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9"/>
  </p:notesMasterIdLst>
  <p:handoutMasterIdLst>
    <p:handoutMasterId r:id="rId10"/>
  </p:handoutMasterIdLst>
  <p:sldIdLst>
    <p:sldId id="350" r:id="rId5"/>
    <p:sldId id="361" r:id="rId6"/>
    <p:sldId id="366" r:id="rId7"/>
    <p:sldId id="3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7676" autoAdjust="0"/>
    <p:restoredTop sz="95226" autoAdjust="0"/>
  </p:normalViewPr>
  <p:slideViewPr>
    <p:cSldViewPr snapToGrid="0">
      <p:cViewPr varScale="1">
        <p:scale>
          <a:sx n="69" d="100"/>
          <a:sy n="69" d="100"/>
        </p:scale>
        <p:origin x="-1068" y="-108"/>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rPr/>
              <a:pPr/>
              <a:t>‹#›</a:t>
            </a:fld>
            <a:endParaRPr lang="en-US" dirty="0"/>
          </a:p>
        </p:txBody>
      </p:sp>
    </p:spTree>
    <p:extLst>
      <p:ext uri="{BB962C8B-B14F-4D97-AF65-F5344CB8AC3E}">
        <p14:creationId xmlns=""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pPr/>
              <a:t>3/30/2022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pPr/>
              <a:t>‹#›</a:t>
            </a:fld>
            <a:endParaRPr lang="en-US" dirty="0"/>
          </a:p>
        </p:txBody>
      </p:sp>
    </p:spTree>
    <p:extLst>
      <p:ext uri="{BB962C8B-B14F-4D97-AF65-F5344CB8AC3E}">
        <p14:creationId xmlns=""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endParaRPr lang="en-US" dirty="0"/>
          </a:p>
        </p:txBody>
      </p:sp>
      <p:grpSp>
        <p:nvGrpSpPr>
          <p:cNvPr id="9" name="Group 8">
            <a:extLst>
              <a:ext uri="{FF2B5EF4-FFF2-40B4-BE49-F238E27FC236}">
                <a16:creationId xmlns=""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cxnSp>
        <p:nvCxnSpPr>
          <p:cNvPr id="13" name="Straight Connector 12">
            <a:extLst>
              <a:ext uri="{FF2B5EF4-FFF2-40B4-BE49-F238E27FC236}">
                <a16:creationId xmlns="" xmlns:a16="http://schemas.microsoft.com/office/drawing/2014/main" id="{A69706A2-3726-FE4E-B923-E75D48597816}"/>
              </a:ext>
            </a:extLst>
          </p:cNvPr>
          <p:cNvCxnSpPr>
            <a:cxnSpLocks/>
          </p:cNvCxnSpPr>
          <p:nvPr userDrawn="1"/>
        </p:nvCxnSpPr>
        <p:spPr>
          <a:xfrm>
            <a:off x="5839833" y="578434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endParaRPr lang="en-US" dirty="0"/>
          </a:p>
        </p:txBody>
      </p:sp>
      <p:cxnSp>
        <p:nvCxnSpPr>
          <p:cNvPr id="13" name="Straight Connector 12">
            <a:extLst>
              <a:ext uri="{FF2B5EF4-FFF2-40B4-BE49-F238E27FC236}">
                <a16:creationId xmlns=""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0" name="Straight Connector 19">
            <a:extLst>
              <a:ext uri="{FF2B5EF4-FFF2-40B4-BE49-F238E27FC236}">
                <a16:creationId xmlns=""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2" name="Text Placeholder 29">
            <a:extLst>
              <a:ext uri="{FF2B5EF4-FFF2-40B4-BE49-F238E27FC236}">
                <a16:creationId xmlns=""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3" name="Straight Connector 22">
            <a:extLst>
              <a:ext uri="{FF2B5EF4-FFF2-40B4-BE49-F238E27FC236}">
                <a16:creationId xmlns=""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5" name="Text Placeholder 29">
            <a:extLst>
              <a:ext uri="{FF2B5EF4-FFF2-40B4-BE49-F238E27FC236}">
                <a16:creationId xmlns=""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6" name="Straight Connector 25">
            <a:extLst>
              <a:ext uri="{FF2B5EF4-FFF2-40B4-BE49-F238E27FC236}">
                <a16:creationId xmlns=""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8" name="Text Placeholder 29">
            <a:extLst>
              <a:ext uri="{FF2B5EF4-FFF2-40B4-BE49-F238E27FC236}">
                <a16:creationId xmlns=""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 xmlns:a16="http://schemas.microsoft.com/office/drawing/2014/main" id="{62655503-4608-4F79-A5D4-B2F67958F263}"/>
              </a:ext>
            </a:extLst>
          </p:cNvPr>
          <p:cNvSpPr>
            <a:spLocks noGrp="1"/>
          </p:cNvSpPr>
          <p:nvPr>
            <p:ph type="dt" sz="half" idx="25"/>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9DAFA395-FE4C-4A99-A74E-57757D8473E1}"/>
              </a:ext>
            </a:extLst>
          </p:cNvPr>
          <p:cNvSpPr>
            <a:spLocks noGrp="1"/>
          </p:cNvSpPr>
          <p:nvPr>
            <p:ph type="ftr" sz="quarter" idx="26"/>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30A6A117-A0E8-43E1-9120-CE3B8B97667F}"/>
              </a:ext>
            </a:extLst>
          </p:cNvPr>
          <p:cNvSpPr>
            <a:spLocks noGrp="1"/>
          </p:cNvSpPr>
          <p:nvPr>
            <p:ph type="sldNum" sz="quarter" idx="27"/>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4" name="Picture Placeholder 2">
            <a:extLst>
              <a:ext uri="{FF2B5EF4-FFF2-40B4-BE49-F238E27FC236}">
                <a16:creationId xmlns="" xmlns:a16="http://schemas.microsoft.com/office/drawing/2014/main" id="{F0C4E8C2-3240-594A-9D5E-1BCD1AF44C5E}"/>
              </a:ext>
            </a:extLst>
          </p:cNvPr>
          <p:cNvSpPr>
            <a:spLocks noGrp="1"/>
          </p:cNvSpPr>
          <p:nvPr>
            <p:ph type="pic" sz="quarter" idx="13"/>
          </p:nvPr>
        </p:nvSpPr>
        <p:spPr>
          <a:xfrm>
            <a:off x="6096000" y="-22543"/>
            <a:ext cx="6096000" cy="6903086"/>
          </a:xfrm>
        </p:spPr>
        <p:txBody>
          <a:bodyPr/>
          <a:lstStyle/>
          <a:p>
            <a:r>
              <a:rPr lang="en-US"/>
              <a:t>Click icon to add picture</a:t>
            </a:r>
            <a:endParaRPr lang="en-US" dirty="0"/>
          </a:p>
        </p:txBody>
      </p:sp>
      <p:sp>
        <p:nvSpPr>
          <p:cNvPr id="9" name="Title 1">
            <a:extLst>
              <a:ext uri="{FF2B5EF4-FFF2-40B4-BE49-F238E27FC236}">
                <a16:creationId xmlns=""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17" name="Straight Connector 16">
            <a:extLst>
              <a:ext uri="{FF2B5EF4-FFF2-40B4-BE49-F238E27FC236}">
                <a16:creationId xmlns=""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 xmlns:a16="http://schemas.microsoft.com/office/drawing/2014/main" id="{CA64E0B3-57C5-4DAF-8531-F39610E77C09}"/>
              </a:ext>
            </a:extLst>
          </p:cNvPr>
          <p:cNvSpPr>
            <a:spLocks noGrp="1"/>
          </p:cNvSpPr>
          <p:nvPr>
            <p:ph type="dt" sz="half" idx="14"/>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B7E0EC46-C626-4D58-AB64-0B3B850D1482}"/>
              </a:ext>
            </a:extLst>
          </p:cNvPr>
          <p:cNvSpPr>
            <a:spLocks noGrp="1"/>
          </p:cNvSpPr>
          <p:nvPr>
            <p:ph type="ftr" sz="quarter" idx="15"/>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8F25D00C-8F5C-4528-87FA-F9431D96755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3073769527"/>
      </p:ext>
    </p:extLst>
  </p:cSld>
  <p:clrMapOvr>
    <a:masterClrMapping/>
  </p:clrMapOvr>
  <p:extLst>
    <p:ext uri="{DCECCB84-F9BA-43D5-87BE-67443E8EF086}">
      <p15:sldGuideLst xmlns=""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r>
              <a:rPr lang="en-US"/>
              <a:t>Click icon to add picture</a:t>
            </a:r>
            <a:endParaRPr lang="en-US" dirty="0"/>
          </a:p>
        </p:txBody>
      </p:sp>
      <p:sp>
        <p:nvSpPr>
          <p:cNvPr id="18" name="Title 1">
            <a:extLst>
              <a:ext uri="{FF2B5EF4-FFF2-40B4-BE49-F238E27FC236}">
                <a16:creationId xmlns=""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endParaRPr lang="en-US" dirty="0"/>
          </a:p>
        </p:txBody>
      </p:sp>
      <p:cxnSp>
        <p:nvCxnSpPr>
          <p:cNvPr id="20" name="Straight Connector 19">
            <a:extLst>
              <a:ext uri="{FF2B5EF4-FFF2-40B4-BE49-F238E27FC236}">
                <a16:creationId xmlns=""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 xmlns:p14="http://schemas.microsoft.com/office/powerpoint/2010/main" val="2357889184"/>
      </p:ext>
    </p:extLst>
  </p:cSld>
  <p:clrMapOvr>
    <a:masterClrMapping/>
  </p:clrMapOvr>
  <p:extLst>
    <p:ext uri="{DCECCB84-F9BA-43D5-87BE-67443E8EF086}">
      <p15:sldGuideLst xmlns=""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a:t>Click icon to add chart</a:t>
            </a:r>
            <a:endParaRPr lang="en-US" dirty="0"/>
          </a:p>
        </p:txBody>
      </p:sp>
      <p:sp>
        <p:nvSpPr>
          <p:cNvPr id="16" name="Title 1">
            <a:extLst>
              <a:ext uri="{FF2B5EF4-FFF2-40B4-BE49-F238E27FC236}">
                <a16:creationId xmlns=""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2" name="Date Placeholder 1">
            <a:extLst>
              <a:ext uri="{FF2B5EF4-FFF2-40B4-BE49-F238E27FC236}">
                <a16:creationId xmlns="" xmlns:a16="http://schemas.microsoft.com/office/drawing/2014/main" id="{371012B1-809A-45CE-9FED-46D08DC8C42B}"/>
              </a:ext>
            </a:extLst>
          </p:cNvPr>
          <p:cNvSpPr>
            <a:spLocks noGrp="1"/>
          </p:cNvSpPr>
          <p:nvPr>
            <p:ph type="dt" sz="half" idx="11"/>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3FB6FA27-6601-4107-A3C9-808CB4430246}"/>
              </a:ext>
            </a:extLst>
          </p:cNvPr>
          <p:cNvSpPr>
            <a:spLocks noGrp="1"/>
          </p:cNvSpPr>
          <p:nvPr>
            <p:ph type="ftr" sz="quarter" idx="12"/>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0919432A-F8B5-4A96-AEE6-2E159658D5DD}"/>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2065862895"/>
      </p:ext>
    </p:extLst>
  </p:cSld>
  <p:clrMapOvr>
    <a:masterClrMapping/>
  </p:clrMapOvr>
  <p:extLst>
    <p:ext uri="{DCECCB84-F9BA-43D5-87BE-67443E8EF086}">
      <p15:sldGuideLst xmlns=""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 name="Table Placeholder 2">
            <a:extLst>
              <a:ext uri="{FF2B5EF4-FFF2-40B4-BE49-F238E27FC236}">
                <a16:creationId xmlns=""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r>
              <a:rPr lang="en-US"/>
              <a:t>Click icon to add table</a:t>
            </a:r>
            <a:endParaRPr lang="en-US" dirty="0"/>
          </a:p>
        </p:txBody>
      </p:sp>
      <p:sp>
        <p:nvSpPr>
          <p:cNvPr id="2" name="Date Placeholder 1">
            <a:extLst>
              <a:ext uri="{FF2B5EF4-FFF2-40B4-BE49-F238E27FC236}">
                <a16:creationId xmlns="" xmlns:a16="http://schemas.microsoft.com/office/drawing/2014/main" id="{9B2411D2-78FE-46C1-9EA9-C6A882903B53}"/>
              </a:ext>
            </a:extLst>
          </p:cNvPr>
          <p:cNvSpPr>
            <a:spLocks noGrp="1"/>
          </p:cNvSpPr>
          <p:nvPr>
            <p:ph type="dt" sz="half" idx="11"/>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C04DAF8F-82DB-4DBE-9041-71217A4516CB}"/>
              </a:ext>
            </a:extLst>
          </p:cNvPr>
          <p:cNvSpPr>
            <a:spLocks noGrp="1"/>
          </p:cNvSpPr>
          <p:nvPr>
            <p:ph type="ftr" sz="quarter" idx="12"/>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782F761B-6706-439D-9C75-43E751AB195C}"/>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3401310734"/>
      </p:ext>
    </p:extLst>
  </p:cSld>
  <p:clrMapOvr>
    <a:masterClrMapping/>
  </p:clrMapOvr>
  <p:extLst>
    <p:ext uri="{DCECCB84-F9BA-43D5-87BE-67443E8EF086}">
      <p15:sldGuideLst xmlns=""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endParaRPr lang="en-US" dirty="0"/>
          </a:p>
        </p:txBody>
      </p:sp>
      <p:sp>
        <p:nvSpPr>
          <p:cNvPr id="10" name="TextBox 9">
            <a:extLst>
              <a:ext uri="{FF2B5EF4-FFF2-40B4-BE49-F238E27FC236}">
                <a16:creationId xmlns=""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dirty="0">
                <a:solidFill>
                  <a:schemeClr val="bg1"/>
                </a:solidFill>
              </a:rPr>
              <a:t>“</a:t>
            </a:r>
          </a:p>
        </p:txBody>
      </p:sp>
      <p:grpSp>
        <p:nvGrpSpPr>
          <p:cNvPr id="18" name="Group 17">
            <a:extLst>
              <a:ext uri="{FF2B5EF4-FFF2-40B4-BE49-F238E27FC236}">
                <a16:creationId xmlns=""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0" name="Freeform 19">
              <a:extLst>
                <a:ext uri="{FF2B5EF4-FFF2-40B4-BE49-F238E27FC236}">
                  <a16:creationId xmlns=""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23" name="Freeform 22">
              <a:extLst>
                <a:ext uri="{FF2B5EF4-FFF2-40B4-BE49-F238E27FC236}">
                  <a16:creationId xmlns=""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4" name="Group 23">
            <a:extLst>
              <a:ext uri="{FF2B5EF4-FFF2-40B4-BE49-F238E27FC236}">
                <a16:creationId xmlns=""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6" name="Freeform 25">
              <a:extLst>
                <a:ext uri="{FF2B5EF4-FFF2-40B4-BE49-F238E27FC236}">
                  <a16:creationId xmlns=""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6" name="Freeform 35">
              <a:extLst>
                <a:ext uri="{FF2B5EF4-FFF2-40B4-BE49-F238E27FC236}">
                  <a16:creationId xmlns=""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8" name="Picture Placeholder 25">
            <a:extLst>
              <a:ext uri="{FF2B5EF4-FFF2-40B4-BE49-F238E27FC236}">
                <a16:creationId xmlns=""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a:t>Click icon to add picture</a:t>
            </a:r>
            <a:endParaRPr lang="en-US" dirty="0"/>
          </a:p>
        </p:txBody>
      </p:sp>
      <p:sp>
        <p:nvSpPr>
          <p:cNvPr id="61" name="Title 1">
            <a:extLst>
              <a:ext uri="{FF2B5EF4-FFF2-40B4-BE49-F238E27FC236}">
                <a16:creationId xmlns=""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cxnSp>
        <p:nvCxnSpPr>
          <p:cNvPr id="62" name="Straight Connector 61">
            <a:extLst>
              <a:ext uri="{FF2B5EF4-FFF2-40B4-BE49-F238E27FC236}">
                <a16:creationId xmlns=""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a:t>Click icon to add picture</a:t>
            </a:r>
            <a:endParaRPr lang="en-US" dirty="0"/>
          </a:p>
        </p:txBody>
      </p:sp>
      <p:sp>
        <p:nvSpPr>
          <p:cNvPr id="72" name="Text Placeholder 29">
            <a:extLst>
              <a:ext uri="{FF2B5EF4-FFF2-40B4-BE49-F238E27FC236}">
                <a16:creationId xmlns=""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grpSp>
        <p:nvGrpSpPr>
          <p:cNvPr id="23" name="Group 22">
            <a:extLst>
              <a:ext uri="{FF2B5EF4-FFF2-40B4-BE49-F238E27FC236}">
                <a16:creationId xmlns=""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9" name="Freeform 28">
              <a:extLst>
                <a:ext uri="{FF2B5EF4-FFF2-40B4-BE49-F238E27FC236}">
                  <a16:creationId xmlns=""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0" name="Freeform 29">
              <a:extLst>
                <a:ext uri="{FF2B5EF4-FFF2-40B4-BE49-F238E27FC236}">
                  <a16:creationId xmlns=""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1" name="Freeform 30">
              <a:extLst>
                <a:ext uri="{FF2B5EF4-FFF2-40B4-BE49-F238E27FC236}">
                  <a16:creationId xmlns=""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6" name="Picture Placeholder 25">
            <a:extLst>
              <a:ext uri="{FF2B5EF4-FFF2-40B4-BE49-F238E27FC236}">
                <a16:creationId xmlns=""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a:t>Click icon to add picture</a:t>
            </a:r>
            <a:endParaRPr lang="en-US" dirty="0"/>
          </a:p>
        </p:txBody>
      </p:sp>
      <p:sp>
        <p:nvSpPr>
          <p:cNvPr id="69" name="Picture Placeholder 25">
            <a:extLst>
              <a:ext uri="{FF2B5EF4-FFF2-40B4-BE49-F238E27FC236}">
                <a16:creationId xmlns=""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a:t>Click icon to add picture</a:t>
            </a:r>
            <a:endParaRPr lang="en-US" dirty="0"/>
          </a:p>
        </p:txBody>
      </p:sp>
      <p:sp>
        <p:nvSpPr>
          <p:cNvPr id="2" name="Date Placeholder 1">
            <a:extLst>
              <a:ext uri="{FF2B5EF4-FFF2-40B4-BE49-F238E27FC236}">
                <a16:creationId xmlns="" xmlns:a16="http://schemas.microsoft.com/office/drawing/2014/main" id="{8ED89364-B1CB-4E72-A6BB-95A34B50661C}"/>
              </a:ext>
            </a:extLst>
          </p:cNvPr>
          <p:cNvSpPr>
            <a:spLocks noGrp="1"/>
          </p:cNvSpPr>
          <p:nvPr>
            <p:ph type="dt" sz="half" idx="32"/>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8E09328F-B310-4BF3-883E-BA9A39676AF2}"/>
              </a:ext>
            </a:extLst>
          </p:cNvPr>
          <p:cNvSpPr>
            <a:spLocks noGrp="1"/>
          </p:cNvSpPr>
          <p:nvPr>
            <p:ph type="ftr" sz="quarter" idx="33"/>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04192EF2-9336-43EF-A365-1F54000F7DE9}"/>
              </a:ext>
            </a:extLst>
          </p:cNvPr>
          <p:cNvSpPr>
            <a:spLocks noGrp="1"/>
          </p:cNvSpPr>
          <p:nvPr>
            <p:ph type="sldNum" sz="quarter" idx="34"/>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6" name="Text Placeholder 29">
            <a:extLst>
              <a:ext uri="{FF2B5EF4-FFF2-40B4-BE49-F238E27FC236}">
                <a16:creationId xmlns=""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 xmlns:a16="http://schemas.microsoft.com/office/drawing/2014/main" id="{21DC2552-C347-4C3D-8C92-4A6981227C0E}"/>
              </a:ext>
            </a:extLst>
          </p:cNvPr>
          <p:cNvSpPr>
            <a:spLocks noGrp="1"/>
          </p:cNvSpPr>
          <p:nvPr>
            <p:ph type="dt" sz="half" idx="36"/>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A5B7C35C-F3E4-4522-8711-16E4F9052C2C}"/>
              </a:ext>
            </a:extLst>
          </p:cNvPr>
          <p:cNvSpPr>
            <a:spLocks noGrp="1"/>
          </p:cNvSpPr>
          <p:nvPr>
            <p:ph type="ftr" sz="quarter" idx="37"/>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1F4D6BAD-56F4-42F1-A2B3-FDB73364FD40}"/>
              </a:ext>
            </a:extLst>
          </p:cNvPr>
          <p:cNvSpPr>
            <a:spLocks noGrp="1"/>
          </p:cNvSpPr>
          <p:nvPr>
            <p:ph type="sldNum" sz="quarter" idx="38"/>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 xmlns:a16="http://schemas.microsoft.com/office/drawing/2014/main" id="{4914D182-A7DD-4F7B-B207-262854316EDA}"/>
              </a:ext>
            </a:extLst>
          </p:cNvPr>
          <p:cNvSpPr>
            <a:spLocks noGrp="1"/>
          </p:cNvSpPr>
          <p:nvPr>
            <p:ph type="dt" sz="half" idx="14"/>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10B29252-5D0B-4B9D-9FBD-8EC0929FE096}"/>
              </a:ext>
            </a:extLst>
          </p:cNvPr>
          <p:cNvSpPr>
            <a:spLocks noGrp="1"/>
          </p:cNvSpPr>
          <p:nvPr>
            <p:ph type="ftr" sz="quarter" idx="15"/>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5BB4FEF6-E217-4110-BBF5-C4B77ADC8457}"/>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9" name="Freeform 38">
              <a:extLst>
                <a:ext uri="{FF2B5EF4-FFF2-40B4-BE49-F238E27FC236}">
                  <a16:creationId xmlns=""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0" name="Freeform 39">
              <a:extLst>
                <a:ext uri="{FF2B5EF4-FFF2-40B4-BE49-F238E27FC236}">
                  <a16:creationId xmlns=""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 xmlns:a16="http://schemas.microsoft.com/office/drawing/2014/main" id="{F0FA07F3-F8E4-4505-85EC-22734AC68792}"/>
              </a:ext>
            </a:extLst>
          </p:cNvPr>
          <p:cNvSpPr>
            <a:spLocks noGrp="1"/>
          </p:cNvSpPr>
          <p:nvPr>
            <p:ph type="dt" sz="half" idx="14"/>
          </p:nvPr>
        </p:nvSpPr>
        <p:spPr/>
        <p:txBody>
          <a:bodyPr/>
          <a:lstStyle/>
          <a:p>
            <a:fld id="{6FCA8E82-58CD-E045-8B98-B7A85B79B752}" type="datetime4">
              <a:rPr lang="en-US" smtClean="0"/>
              <a:pPr/>
              <a:t>March 30, 2022</a:t>
            </a:fld>
            <a:endParaRPr lang="en-US" dirty="0">
              <a:latin typeface="+mn-lt"/>
            </a:endParaRPr>
          </a:p>
        </p:txBody>
      </p:sp>
      <p:sp>
        <p:nvSpPr>
          <p:cNvPr id="3" name="Footer Placeholder 2">
            <a:extLst>
              <a:ext uri="{FF2B5EF4-FFF2-40B4-BE49-F238E27FC236}">
                <a16:creationId xmlns="" xmlns:a16="http://schemas.microsoft.com/office/drawing/2014/main" id="{D5165D22-FEF5-4F30-8822-5D2378806A9B}"/>
              </a:ext>
            </a:extLst>
          </p:cNvPr>
          <p:cNvSpPr>
            <a:spLocks noGrp="1"/>
          </p:cNvSpPr>
          <p:nvPr>
            <p:ph type="ftr" sz="quarter" idx="15"/>
          </p:nvPr>
        </p:nvSpPr>
        <p:spPr/>
        <p:txBody>
          <a:bodyPr/>
          <a:lstStyle/>
          <a:p>
            <a:r>
              <a:rPr lang="en-US"/>
              <a:t>Annual Review</a:t>
            </a:r>
            <a:endParaRPr lang="en-US" b="0" dirty="0"/>
          </a:p>
        </p:txBody>
      </p:sp>
      <p:sp>
        <p:nvSpPr>
          <p:cNvPr id="4" name="Slide Number Placeholder 3">
            <a:extLst>
              <a:ext uri="{FF2B5EF4-FFF2-40B4-BE49-F238E27FC236}">
                <a16:creationId xmlns="" xmlns:a16="http://schemas.microsoft.com/office/drawing/2014/main" id="{1540F86B-3DA3-4708-AAF5-387BA115C41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Text Placeholder 3">
            <a:extLst>
              <a:ext uri="{FF2B5EF4-FFF2-40B4-BE49-F238E27FC236}">
                <a16:creationId xmlns=""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 name="Date Placeholder 1">
            <a:extLst>
              <a:ext uri="{FF2B5EF4-FFF2-40B4-BE49-F238E27FC236}">
                <a16:creationId xmlns="" xmlns:a16="http://schemas.microsoft.com/office/drawing/2014/main" id="{EC45E38A-5516-4C3E-88FC-0DCBD876054B}"/>
              </a:ext>
            </a:extLst>
          </p:cNvPr>
          <p:cNvSpPr>
            <a:spLocks noGrp="1"/>
          </p:cNvSpPr>
          <p:nvPr>
            <p:ph type="dt" sz="half" idx="21"/>
          </p:nvPr>
        </p:nvSpPr>
        <p:spPr/>
        <p:txBody>
          <a:bodyPr/>
          <a:lstStyle/>
          <a:p>
            <a:fld id="{6FCA8E82-58CD-E045-8B98-B7A85B79B752}" type="datetime4">
              <a:rPr lang="en-US" smtClean="0"/>
              <a:pPr/>
              <a:t>March 30, 2022</a:t>
            </a:fld>
            <a:endParaRPr lang="en-US" dirty="0">
              <a:latin typeface="+mn-lt"/>
            </a:endParaRPr>
          </a:p>
        </p:txBody>
      </p:sp>
      <p:sp>
        <p:nvSpPr>
          <p:cNvPr id="5" name="Footer Placeholder 4">
            <a:extLst>
              <a:ext uri="{FF2B5EF4-FFF2-40B4-BE49-F238E27FC236}">
                <a16:creationId xmlns="" xmlns:a16="http://schemas.microsoft.com/office/drawing/2014/main" id="{14225273-038D-4F51-A093-83D80104F21A}"/>
              </a:ext>
            </a:extLst>
          </p:cNvPr>
          <p:cNvSpPr>
            <a:spLocks noGrp="1"/>
          </p:cNvSpPr>
          <p:nvPr>
            <p:ph type="ftr" sz="quarter" idx="22"/>
          </p:nvPr>
        </p:nvSpPr>
        <p:spPr/>
        <p:txBody>
          <a:bodyPr/>
          <a:lstStyle/>
          <a:p>
            <a:r>
              <a:rPr lang="en-US"/>
              <a:t>Annual Review</a:t>
            </a:r>
            <a:endParaRPr lang="en-US" b="0" dirty="0"/>
          </a:p>
        </p:txBody>
      </p:sp>
      <p:sp>
        <p:nvSpPr>
          <p:cNvPr id="6" name="Slide Number Placeholder 5">
            <a:extLst>
              <a:ext uri="{FF2B5EF4-FFF2-40B4-BE49-F238E27FC236}">
                <a16:creationId xmlns="" xmlns:a16="http://schemas.microsoft.com/office/drawing/2014/main" id="{C7F24E14-E0E0-44FA-A4AA-FA63A858730C}"/>
              </a:ext>
            </a:extLst>
          </p:cNvPr>
          <p:cNvSpPr>
            <a:spLocks noGrp="1"/>
          </p:cNvSpPr>
          <p:nvPr>
            <p:ph type="sldNum" sz="quarter" idx="2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6" name="Title 1">
            <a:extLst>
              <a:ext uri="{FF2B5EF4-FFF2-40B4-BE49-F238E27FC236}">
                <a16:creationId xmlns=""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27" name="Straight Connector 26">
            <a:extLst>
              <a:ext uri="{FF2B5EF4-FFF2-40B4-BE49-F238E27FC236}">
                <a16:creationId xmlns=""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a:t>Click icon to add picture</a:t>
            </a:r>
            <a:endParaRPr lang="en-US" dirty="0"/>
          </a:p>
        </p:txBody>
      </p:sp>
      <p:grpSp>
        <p:nvGrpSpPr>
          <p:cNvPr id="30" name="Group 29">
            <a:extLst>
              <a:ext uri="{FF2B5EF4-FFF2-40B4-BE49-F238E27FC236}">
                <a16:creationId xmlns=""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 xmlns:p14="http://schemas.microsoft.com/office/powerpoint/2010/main" val="999130720"/>
      </p:ext>
    </p:extLst>
  </p:cSld>
  <p:clrMapOvr>
    <a:masterClrMapping/>
  </p:clrMapOvr>
  <p:extLst>
    <p:ext uri="{DCECCB84-F9BA-43D5-87BE-67443E8EF086}">
      <p15:sldGuideLst xmlns=""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fld id="{6FCA8E82-58CD-E045-8B98-B7A85B79B752}" type="datetime4">
              <a:rPr lang="en-US" smtClean="0"/>
              <a:pPr/>
              <a:t>March 30, 2022</a:t>
            </a:fld>
            <a:endParaRPr lang="en-US" dirty="0">
              <a:latin typeface="+mn-lt"/>
            </a:endParaRPr>
          </a:p>
        </p:txBody>
      </p:sp>
      <p:sp>
        <p:nvSpPr>
          <p:cNvPr id="31" name="Footer Placeholder 4">
            <a:extLst>
              <a:ext uri="{FF2B5EF4-FFF2-40B4-BE49-F238E27FC236}">
                <a16:creationId xmlns=""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r>
              <a:rPr lang="en-US"/>
              <a:t>Annual Review</a:t>
            </a:r>
            <a:endParaRPr lang="en-US" b="0" dirty="0"/>
          </a:p>
        </p:txBody>
      </p:sp>
      <p:sp>
        <p:nvSpPr>
          <p:cNvPr id="32" name="Slide Number Placeholder 5">
            <a:extLst>
              <a:ext uri="{FF2B5EF4-FFF2-40B4-BE49-F238E27FC236}">
                <a16:creationId xmlns=""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294A09A9-5501-47C1-A89A-A340965A2BE2}" type="slidenum">
              <a:rPr lang="en-US" smtClean="0"/>
              <a:pPr/>
              <a:t>‹#›</a:t>
            </a:fld>
            <a:endParaRPr lang="en-US" dirty="0">
              <a:latin typeface="+mn-lt"/>
            </a:endParaRPr>
          </a:p>
        </p:txBody>
      </p:sp>
    </p:spTree>
    <p:extLst>
      <p:ext uri="{BB962C8B-B14F-4D97-AF65-F5344CB8AC3E}">
        <p14:creationId xmlns=""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3E168C-8042-5B4E-A5A4-A5BF693AE2D6}"/>
              </a:ext>
            </a:extLst>
          </p:cNvPr>
          <p:cNvSpPr>
            <a:spLocks noGrp="1"/>
          </p:cNvSpPr>
          <p:nvPr>
            <p:ph type="ctrTitle"/>
          </p:nvPr>
        </p:nvSpPr>
        <p:spPr>
          <a:xfrm>
            <a:off x="5359445" y="148172"/>
            <a:ext cx="6461759" cy="1151688"/>
          </a:xfrm>
        </p:spPr>
        <p:txBody>
          <a:bodyPr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600" b="1" dirty="0"/>
              <a:t>Basic Details of the Team and Problem Statement</a:t>
            </a:r>
          </a:p>
        </p:txBody>
      </p:sp>
      <p:sp>
        <p:nvSpPr>
          <p:cNvPr id="3" name="Text Placeholder 2">
            <a:extLst>
              <a:ext uri="{FF2B5EF4-FFF2-40B4-BE49-F238E27FC236}">
                <a16:creationId xmlns="" xmlns:a16="http://schemas.microsoft.com/office/drawing/2014/main" id="{F18E61D8-31A3-2D45-8E25-CBE846E26E1C}"/>
              </a:ext>
            </a:extLst>
          </p:cNvPr>
          <p:cNvSpPr>
            <a:spLocks noGrp="1"/>
          </p:cNvSpPr>
          <p:nvPr>
            <p:ph type="body" sz="quarter" idx="11"/>
          </p:nvPr>
        </p:nvSpPr>
        <p:spPr>
          <a:xfrm>
            <a:off x="5844540" y="1367162"/>
            <a:ext cx="5491570" cy="4464448"/>
          </a:xfrm>
        </p:spPr>
        <p:txBody>
          <a:bodyPr/>
          <a:lstStyle/>
          <a:p>
            <a:r>
              <a:rPr lang="en-US" dirty="0">
                <a:latin typeface="+mj-lt"/>
              </a:rPr>
              <a:t>Problem Statement Title:</a:t>
            </a:r>
            <a:r>
              <a:rPr lang="en-IN" b="1" dirty="0"/>
              <a:t>  </a:t>
            </a:r>
            <a:r>
              <a:rPr lang="en-IN" b="1" dirty="0">
                <a:solidFill>
                  <a:schemeClr val="bg1"/>
                </a:solidFill>
              </a:rPr>
              <a:t>DEVELOPMENT &amp; IMPLEMENTATION OF AN INTEGRATED WEB-BASED OFFICE DOCUMENT MANAGEMENT SYSTEM</a:t>
            </a:r>
            <a:endParaRPr lang="en-US" dirty="0">
              <a:solidFill>
                <a:schemeClr val="bg1"/>
              </a:solidFill>
              <a:latin typeface="+mj-lt"/>
            </a:endParaRPr>
          </a:p>
          <a:p>
            <a:endParaRPr lang="en-US" dirty="0">
              <a:solidFill>
                <a:schemeClr val="bg1"/>
              </a:solidFill>
              <a:latin typeface="+mj-lt"/>
            </a:endParaRPr>
          </a:p>
          <a:p>
            <a:r>
              <a:rPr lang="en-US" dirty="0">
                <a:latin typeface="+mj-lt"/>
              </a:rPr>
              <a:t>Theme Name: </a:t>
            </a:r>
            <a:r>
              <a:rPr lang="en-US" dirty="0">
                <a:solidFill>
                  <a:schemeClr val="bg1"/>
                </a:solidFill>
                <a:latin typeface="+mj-lt"/>
              </a:rPr>
              <a:t>SMART AUTOMATION</a:t>
            </a:r>
          </a:p>
          <a:p>
            <a:r>
              <a:rPr lang="en-US" dirty="0">
                <a:latin typeface="+mj-lt"/>
              </a:rPr>
              <a:t/>
            </a:r>
            <a:br>
              <a:rPr lang="en-US" dirty="0">
                <a:latin typeface="+mj-lt"/>
              </a:rPr>
            </a:br>
            <a:r>
              <a:rPr lang="en-US" dirty="0">
                <a:latin typeface="+mj-lt"/>
              </a:rPr>
              <a:t>Team Name: </a:t>
            </a:r>
            <a:r>
              <a:rPr lang="en-US" dirty="0">
                <a:solidFill>
                  <a:schemeClr val="bg1"/>
                </a:solidFill>
                <a:latin typeface="+mj-lt"/>
              </a:rPr>
              <a:t>DIGITAL CREATOR</a:t>
            </a:r>
          </a:p>
          <a:p>
            <a:r>
              <a:rPr lang="en-US" dirty="0">
                <a:latin typeface="+mj-lt"/>
              </a:rPr>
              <a:t/>
            </a:r>
            <a:br>
              <a:rPr lang="en-US" dirty="0">
                <a:latin typeface="+mj-lt"/>
              </a:rPr>
            </a:br>
            <a:r>
              <a:rPr lang="en-US" dirty="0">
                <a:latin typeface="+mj-lt"/>
              </a:rPr>
              <a:t>Team Leader Name:  </a:t>
            </a:r>
            <a:r>
              <a:rPr lang="en-US" dirty="0">
                <a:solidFill>
                  <a:schemeClr val="bg1"/>
                </a:solidFill>
                <a:latin typeface="+mj-lt"/>
              </a:rPr>
              <a:t>UTPAL KUMAR </a:t>
            </a:r>
          </a:p>
          <a:p>
            <a:r>
              <a:rPr lang="en-US" dirty="0">
                <a:latin typeface="+mj-lt"/>
              </a:rPr>
              <a:t/>
            </a:r>
            <a:br>
              <a:rPr lang="en-US" dirty="0">
                <a:latin typeface="+mj-lt"/>
              </a:rPr>
            </a:br>
            <a:r>
              <a:rPr lang="en-US" dirty="0">
                <a:latin typeface="+mj-lt"/>
              </a:rPr>
              <a:t>School Code: </a:t>
            </a:r>
            <a:r>
              <a:rPr lang="en-US" dirty="0">
                <a:solidFill>
                  <a:schemeClr val="bg1"/>
                </a:solidFill>
                <a:latin typeface="+mj-lt"/>
              </a:rPr>
              <a:t>65323</a:t>
            </a:r>
          </a:p>
          <a:p>
            <a:r>
              <a:rPr lang="en-US" dirty="0">
                <a:latin typeface="+mj-lt"/>
              </a:rPr>
              <a:t/>
            </a:r>
            <a:br>
              <a:rPr lang="en-US" dirty="0">
                <a:latin typeface="+mj-lt"/>
              </a:rPr>
            </a:br>
            <a:r>
              <a:rPr lang="en-US" dirty="0">
                <a:latin typeface="+mj-lt"/>
              </a:rPr>
              <a:t>School Name: </a:t>
            </a:r>
            <a:r>
              <a:rPr lang="en-US" dirty="0">
                <a:solidFill>
                  <a:schemeClr val="bg1"/>
                </a:solidFill>
                <a:latin typeface="+mj-lt"/>
              </a:rPr>
              <a:t>St. Karen’s High School </a:t>
            </a:r>
          </a:p>
          <a:p>
            <a:endParaRPr lang="en-US" dirty="0">
              <a:latin typeface="+mj-lt"/>
            </a:endParaRPr>
          </a:p>
        </p:txBody>
      </p:sp>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36320" y="252207"/>
            <a:ext cx="3431177" cy="1474334"/>
          </a:xfrm>
          <a:prstGeom prst="rect">
            <a:avLst/>
          </a:prstGeom>
        </p:spPr>
      </p:pic>
    </p:spTree>
    <p:extLst>
      <p:ext uri="{BB962C8B-B14F-4D97-AF65-F5344CB8AC3E}">
        <p14:creationId xmlns=""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1353F689-2E51-BF4F-AE47-7CEB7CC4C52A}"/>
              </a:ext>
            </a:extLst>
          </p:cNvPr>
          <p:cNvSpPr>
            <a:spLocks noGrp="1"/>
          </p:cNvSpPr>
          <p:nvPr>
            <p:ph type="title"/>
          </p:nvPr>
        </p:nvSpPr>
        <p:spPr>
          <a:xfrm>
            <a:off x="925923" y="282718"/>
            <a:ext cx="5534431" cy="610863"/>
          </a:xfrm>
        </p:spPr>
        <p:txBody>
          <a:bodyPr>
            <a:normAutofit fontScale="90000"/>
          </a:bodyPr>
          <a:lstStyle/>
          <a:p>
            <a:r>
              <a:rPr lang="en-US" dirty="0"/>
              <a:t>Idea/Approach Details</a:t>
            </a:r>
          </a:p>
        </p:txBody>
      </p:sp>
      <p:sp>
        <p:nvSpPr>
          <p:cNvPr id="4" name="Text Placeholder 3">
            <a:extLst>
              <a:ext uri="{FF2B5EF4-FFF2-40B4-BE49-F238E27FC236}">
                <a16:creationId xmlns="" xmlns:a16="http://schemas.microsoft.com/office/drawing/2014/main" id="{A17F80A9-6337-524E-AC61-32C5AFEE8E6D}"/>
              </a:ext>
            </a:extLst>
          </p:cNvPr>
          <p:cNvSpPr>
            <a:spLocks noGrp="1"/>
          </p:cNvSpPr>
          <p:nvPr>
            <p:ph type="body" sz="quarter" idx="11"/>
          </p:nvPr>
        </p:nvSpPr>
        <p:spPr>
          <a:xfrm>
            <a:off x="313460" y="2055583"/>
            <a:ext cx="6671754" cy="4409887"/>
          </a:xfrm>
          <a:ln cmpd="sng">
            <a:solidFill>
              <a:schemeClr val="bg1"/>
            </a:solidFill>
            <a:prstDash val="solid"/>
          </a:ln>
        </p:spPr>
        <p:txBody>
          <a:bodyPr/>
          <a:lstStyle/>
          <a:p>
            <a:r>
              <a:rPr lang="en-US" sz="1800" dirty="0">
                <a:solidFill>
                  <a:schemeClr val="tx2"/>
                </a:solidFill>
                <a:latin typeface="+mj-lt"/>
              </a:rPr>
              <a:t>Describe your idea/Solution/Prototype here:</a:t>
            </a:r>
          </a:p>
          <a:p>
            <a:pPr marL="285750" lvl="0" indent="-285750">
              <a:buFont typeface="Wingdings" panose="05000000000000000000" pitchFamily="2" charset="2"/>
              <a:buChar char="Ø"/>
            </a:pPr>
            <a:r>
              <a:rPr lang="en-US" dirty="0"/>
              <a:t>It contains 3 main phases 1) User or Applicant 2)Application Distributer 3) Working Member or Employee</a:t>
            </a:r>
          </a:p>
          <a:p>
            <a:pPr marL="285750" lvl="0" indent="-285750">
              <a:buFont typeface="Wingdings" panose="05000000000000000000" pitchFamily="2" charset="2"/>
              <a:buChar char="Ø"/>
            </a:pPr>
            <a:r>
              <a:rPr lang="en-US" dirty="0"/>
              <a:t>User have to fill the applicant form and get a user id and password using which they can further check the status of the application.</a:t>
            </a:r>
          </a:p>
          <a:p>
            <a:pPr marL="285750" lvl="0" indent="-285750">
              <a:buFont typeface="Wingdings" panose="05000000000000000000" pitchFamily="2" charset="2"/>
              <a:buChar char="Ø"/>
            </a:pPr>
            <a:r>
              <a:rPr lang="en-US" dirty="0"/>
              <a:t>Application Distributer will have their own user id and password to check the new and awaiting application in their domain. Main work of distributer is to transfer the application and the document to the concerned Department or Ministry.</a:t>
            </a:r>
          </a:p>
          <a:p>
            <a:pPr marL="285750" lvl="0" indent="-285750">
              <a:buFont typeface="Wingdings" panose="05000000000000000000" pitchFamily="2" charset="2"/>
              <a:buChar char="Ø"/>
            </a:pPr>
            <a:r>
              <a:rPr lang="en-US" dirty="0"/>
              <a:t>Staff can further review the application in there own domain and take action accordingly</a:t>
            </a:r>
          </a:p>
          <a:p>
            <a:pPr marL="285750" lvl="0" indent="-285750">
              <a:buFont typeface="Wingdings" panose="05000000000000000000" pitchFamily="2" charset="2"/>
              <a:buChar char="Ø"/>
            </a:pPr>
            <a:r>
              <a:rPr lang="en-US" dirty="0"/>
              <a:t> This will help to reduce the work load on people and even WFH will be encouraged. The use of paper will be decreased and Damaging of files is also reduced to minimum as all the documents will be present on Domains.</a:t>
            </a:r>
          </a:p>
        </p:txBody>
      </p:sp>
      <p:sp>
        <p:nvSpPr>
          <p:cNvPr id="7" name="Slide Number Placeholder 6">
            <a:extLst>
              <a:ext uri="{FF2B5EF4-FFF2-40B4-BE49-F238E27FC236}">
                <a16:creationId xmlns="" xmlns:a16="http://schemas.microsoft.com/office/drawing/2014/main" id="{F37669F0-EA6D-6B46-AF0E-A9C2D1F223DB}"/>
              </a:ext>
            </a:extLst>
          </p:cNvPr>
          <p:cNvSpPr>
            <a:spLocks noGrp="1"/>
          </p:cNvSpPr>
          <p:nvPr>
            <p:ph type="sldNum" sz="quarter" idx="16"/>
          </p:nvPr>
        </p:nvSpPr>
        <p:spPr>
          <a:xfrm>
            <a:off x="971550" y="6332220"/>
            <a:ext cx="523240" cy="247651"/>
          </a:xfrm>
        </p:spPr>
        <p:txBody>
          <a:bodyPr/>
          <a:lstStyle/>
          <a:p>
            <a:fld id="{294A09A9-5501-47C1-A89A-A340965A2BE2}" type="slidenum">
              <a:rPr lang="en-US" smtClean="0"/>
              <a:pPr/>
              <a:t>2</a:t>
            </a:fld>
            <a:endParaRPr lang="en-US" dirty="0"/>
          </a:p>
        </p:txBody>
      </p:sp>
      <p:sp>
        <p:nvSpPr>
          <p:cNvPr id="11" name="Text Placeholder 3">
            <a:extLst>
              <a:ext uri="{FF2B5EF4-FFF2-40B4-BE49-F238E27FC236}">
                <a16:creationId xmlns="" xmlns:a16="http://schemas.microsoft.com/office/drawing/2014/main" id="{A8A6B8FA-BC37-43EF-B8D3-018AD86AF26E}"/>
              </a:ext>
            </a:extLst>
          </p:cNvPr>
          <p:cNvSpPr txBox="1">
            <a:spLocks/>
          </p:cNvSpPr>
          <p:nvPr/>
        </p:nvSpPr>
        <p:spPr>
          <a:xfrm>
            <a:off x="7432960" y="3884586"/>
            <a:ext cx="4572001" cy="2759088"/>
          </a:xfrm>
          <a:prstGeom prst="rect">
            <a:avLst/>
          </a:prstGeom>
          <a:ln>
            <a:solidFill>
              <a:schemeClr val="bg1"/>
            </a:solidFill>
          </a:ln>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2"/>
                </a:solidFill>
                <a:latin typeface="+mj-lt"/>
              </a:rPr>
              <a:t>Describe your Technology stack here</a:t>
            </a:r>
            <a:r>
              <a:rPr lang="en-US" dirty="0"/>
              <a:t>:</a:t>
            </a:r>
          </a:p>
          <a:p>
            <a:pPr marL="285750" indent="-285750">
              <a:buFont typeface="Wingdings" panose="05000000000000000000" pitchFamily="2" charset="2"/>
              <a:buChar char="Ø"/>
            </a:pPr>
            <a:r>
              <a:rPr lang="en-US" dirty="0"/>
              <a:t> </a:t>
            </a:r>
            <a:r>
              <a:rPr lang="en-US" b="1" dirty="0"/>
              <a:t>MySQL </a:t>
            </a:r>
            <a:r>
              <a:rPr lang="en-US" dirty="0"/>
              <a:t>– Database system</a:t>
            </a:r>
          </a:p>
          <a:p>
            <a:pPr marL="285750" indent="-285750">
              <a:buFont typeface="Wingdings" panose="05000000000000000000" pitchFamily="2" charset="2"/>
              <a:buChar char="Ø"/>
            </a:pPr>
            <a:r>
              <a:rPr lang="en-US" b="1" dirty="0"/>
              <a:t>PHP </a:t>
            </a:r>
            <a:r>
              <a:rPr lang="en-US" dirty="0"/>
              <a:t>– Programming language, well-suited for developing interactive web pages</a:t>
            </a:r>
          </a:p>
          <a:p>
            <a:pPr marL="285750" indent="-285750">
              <a:buFont typeface="Wingdings" panose="05000000000000000000" pitchFamily="2" charset="2"/>
              <a:buChar char="Ø"/>
            </a:pPr>
            <a:r>
              <a:rPr lang="en-US" b="1" dirty="0"/>
              <a:t>HTML</a:t>
            </a:r>
            <a:r>
              <a:rPr lang="en-US" dirty="0"/>
              <a:t>- For Frontend development</a:t>
            </a:r>
            <a:r>
              <a:rPr lang="en-US" dirty="0" smtClean="0"/>
              <a:t>.</a:t>
            </a:r>
          </a:p>
          <a:p>
            <a:pPr marL="285750" indent="-285750">
              <a:buFont typeface="Wingdings" panose="05000000000000000000" pitchFamily="2" charset="2"/>
              <a:buChar char="Ø"/>
            </a:pPr>
            <a:r>
              <a:rPr lang="en-US" b="1" dirty="0" smtClean="0"/>
              <a:t>PYTHON</a:t>
            </a:r>
            <a:r>
              <a:rPr lang="en-US" dirty="0" smtClean="0"/>
              <a:t>-  For OCR</a:t>
            </a:r>
            <a:endParaRPr lang="en-US" b="1" dirty="0"/>
          </a:p>
          <a:p>
            <a:endParaRPr lang="en-US" dirty="0"/>
          </a:p>
        </p:txBody>
      </p:sp>
      <p:sp>
        <p:nvSpPr>
          <p:cNvPr id="10" name="Text Placeholder 3">
            <a:extLst>
              <a:ext uri="{FF2B5EF4-FFF2-40B4-BE49-F238E27FC236}">
                <a16:creationId xmlns="" xmlns:a16="http://schemas.microsoft.com/office/drawing/2014/main" id="{A8A6B8FA-BC37-43EF-B8D3-018AD86AF26E}"/>
              </a:ext>
            </a:extLst>
          </p:cNvPr>
          <p:cNvSpPr txBox="1">
            <a:spLocks/>
          </p:cNvSpPr>
          <p:nvPr/>
        </p:nvSpPr>
        <p:spPr>
          <a:xfrm>
            <a:off x="7378574" y="282718"/>
            <a:ext cx="4572001" cy="3257316"/>
          </a:xfrm>
          <a:prstGeom prst="rect">
            <a:avLst/>
          </a:prstGeom>
          <a:ln>
            <a:solidFill>
              <a:schemeClr val="bg1"/>
            </a:solidFill>
          </a:ln>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a:t>
            </a:r>
          </a:p>
          <a:p>
            <a:endParaRPr lang="en-US" dirty="0"/>
          </a:p>
        </p:txBody>
      </p:sp>
      <p:pic>
        <p:nvPicPr>
          <p:cNvPr id="8" name="Picture 2">
            <a:extLst>
              <a:ext uri="{FF2B5EF4-FFF2-40B4-BE49-F238E27FC236}">
                <a16:creationId xmlns="" xmlns:a16="http://schemas.microsoft.com/office/drawing/2014/main" id="{18C42B30-3F31-4572-BEFF-AF179342D062}"/>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p:blipFill>
        <p:spPr bwMode="auto">
          <a:xfrm>
            <a:off x="7205860" y="253690"/>
            <a:ext cx="4917426" cy="347848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91246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C122DF8-59D4-D94D-8ED9-F2F319899DBF}"/>
              </a:ext>
            </a:extLst>
          </p:cNvPr>
          <p:cNvSpPr>
            <a:spLocks noGrp="1"/>
          </p:cNvSpPr>
          <p:nvPr>
            <p:ph type="title"/>
          </p:nvPr>
        </p:nvSpPr>
        <p:spPr>
          <a:xfrm>
            <a:off x="952499" y="1096346"/>
            <a:ext cx="5780809" cy="610863"/>
          </a:xfrm>
        </p:spPr>
        <p:txBody>
          <a:bodyPr>
            <a:normAutofit fontScale="90000"/>
          </a:bodyPr>
          <a:lstStyle/>
          <a:p>
            <a:r>
              <a:rPr lang="en-US" dirty="0"/>
              <a:t>Idea/Approach Details</a:t>
            </a:r>
          </a:p>
        </p:txBody>
      </p:sp>
      <p:sp>
        <p:nvSpPr>
          <p:cNvPr id="45" name="Text Placeholder 44">
            <a:extLst>
              <a:ext uri="{FF2B5EF4-FFF2-40B4-BE49-F238E27FC236}">
                <a16:creationId xmlns="" xmlns:a16="http://schemas.microsoft.com/office/drawing/2014/main" id="{803A1E73-C790-447A-974F-B3ADB50149F7}"/>
              </a:ext>
            </a:extLst>
          </p:cNvPr>
          <p:cNvSpPr>
            <a:spLocks noGrp="1"/>
          </p:cNvSpPr>
          <p:nvPr>
            <p:ph type="body" sz="quarter" idx="12"/>
          </p:nvPr>
        </p:nvSpPr>
        <p:spPr>
          <a:xfrm>
            <a:off x="894443" y="2020885"/>
            <a:ext cx="4838700" cy="315915"/>
          </a:xfrm>
        </p:spPr>
        <p:txBody>
          <a:bodyPr/>
          <a:lstStyle/>
          <a:p>
            <a:r>
              <a:rPr lang="en-US" sz="1800" dirty="0"/>
              <a:t>Describe your Use Cases here</a:t>
            </a:r>
            <a:endParaRPr lang="en-US" dirty="0"/>
          </a:p>
        </p:txBody>
      </p:sp>
      <p:sp>
        <p:nvSpPr>
          <p:cNvPr id="44" name="Text Placeholder 43">
            <a:extLst>
              <a:ext uri="{FF2B5EF4-FFF2-40B4-BE49-F238E27FC236}">
                <a16:creationId xmlns="" xmlns:a16="http://schemas.microsoft.com/office/drawing/2014/main" id="{906E4DF9-127F-4650-8BAA-2521A37885B0}"/>
              </a:ext>
            </a:extLst>
          </p:cNvPr>
          <p:cNvSpPr>
            <a:spLocks noGrp="1"/>
          </p:cNvSpPr>
          <p:nvPr>
            <p:ph type="body" sz="quarter" idx="10"/>
          </p:nvPr>
        </p:nvSpPr>
        <p:spPr>
          <a:xfrm>
            <a:off x="775855" y="2332741"/>
            <a:ext cx="4971803" cy="4248168"/>
          </a:xfrm>
          <a:ln>
            <a:solidFill>
              <a:schemeClr val="bg1"/>
            </a:solidFill>
          </a:ln>
        </p:spPr>
        <p:txBody>
          <a:bodyPr/>
          <a:lstStyle/>
          <a:p>
            <a:r>
              <a:rPr lang="en-US" u="sng" dirty="0"/>
              <a:t>CASE 1:</a:t>
            </a:r>
          </a:p>
          <a:p>
            <a:pPr marL="285750" lvl="0" indent="-285750">
              <a:buFont typeface="Wingdings" pitchFamily="2" charset="2"/>
              <a:buChar char="Ø"/>
            </a:pPr>
            <a:r>
              <a:rPr lang="en-IN" dirty="0" smtClean="0"/>
              <a:t>If user </a:t>
            </a:r>
            <a:r>
              <a:rPr lang="en-IN" dirty="0"/>
              <a:t>fills the </a:t>
            </a:r>
            <a:r>
              <a:rPr lang="en-IN" dirty="0" smtClean="0"/>
              <a:t>form online then will </a:t>
            </a:r>
            <a:r>
              <a:rPr lang="en-IN" dirty="0"/>
              <a:t>get an id/pass through which user can review the </a:t>
            </a:r>
            <a:r>
              <a:rPr lang="en-IN" dirty="0" smtClean="0"/>
              <a:t>application or if they fill the paper form then it will be digitalized using </a:t>
            </a:r>
            <a:r>
              <a:rPr lang="en-IN" dirty="0" err="1" smtClean="0"/>
              <a:t>ocr</a:t>
            </a:r>
            <a:r>
              <a:rPr lang="en-IN" dirty="0" smtClean="0"/>
              <a:t>.</a:t>
            </a:r>
            <a:endParaRPr lang="en-US" dirty="0"/>
          </a:p>
          <a:p>
            <a:pPr marL="285750" lvl="0" indent="-285750">
              <a:buFont typeface="Wingdings" pitchFamily="2" charset="2"/>
              <a:buChar char="Ø"/>
            </a:pPr>
            <a:r>
              <a:rPr lang="en-IN" dirty="0"/>
              <a:t>When the application is sent to concerned department after processing it will be transferred to another department as per required.</a:t>
            </a:r>
            <a:endParaRPr lang="en-US" dirty="0"/>
          </a:p>
          <a:p>
            <a:pPr marL="285750" lvl="0" indent="-285750">
              <a:buFont typeface="Wingdings" pitchFamily="2" charset="2"/>
              <a:buChar char="Ø"/>
            </a:pPr>
            <a:r>
              <a:rPr lang="en-IN" dirty="0"/>
              <a:t>The applicant will receive a message of completion</a:t>
            </a:r>
            <a:endParaRPr lang="en-US" dirty="0"/>
          </a:p>
          <a:p>
            <a:r>
              <a:rPr lang="en-US" u="sng" dirty="0"/>
              <a:t>CASE 2:</a:t>
            </a:r>
          </a:p>
          <a:p>
            <a:pPr marL="285750" lvl="0" indent="-285750">
              <a:buFont typeface="Wingdings" pitchFamily="2" charset="2"/>
              <a:buChar char="Ø"/>
            </a:pPr>
            <a:r>
              <a:rPr lang="en-IN" dirty="0"/>
              <a:t>If the application is sent to concerned department the department will work and if the data is insufficient to process the application will be rejected.</a:t>
            </a:r>
            <a:endParaRPr lang="en-US" dirty="0"/>
          </a:p>
          <a:p>
            <a:pPr marL="285750" lvl="0" indent="-285750">
              <a:buFont typeface="Wingdings" pitchFamily="2" charset="2"/>
              <a:buChar char="Ø"/>
            </a:pPr>
            <a:r>
              <a:rPr lang="en-IN" dirty="0"/>
              <a:t>The applicant will receive a message of </a:t>
            </a:r>
            <a:r>
              <a:rPr lang="en-US" dirty="0"/>
              <a:t>Failure.</a:t>
            </a:r>
          </a:p>
          <a:p>
            <a:pPr marL="285750" indent="-285750">
              <a:buFont typeface="Wingdings" pitchFamily="2" charset="2"/>
              <a:buChar char="Ø"/>
            </a:pPr>
            <a:endParaRPr lang="en-US" u="sng" dirty="0"/>
          </a:p>
          <a:p>
            <a:pPr marL="285750" indent="-285750">
              <a:buFont typeface="Wingdings" pitchFamily="2" charset="2"/>
              <a:buChar char="Ø"/>
            </a:pPr>
            <a:endParaRPr lang="en-US" u="sng" dirty="0"/>
          </a:p>
          <a:p>
            <a:endParaRPr lang="en-US" b="1" dirty="0"/>
          </a:p>
        </p:txBody>
      </p:sp>
      <p:sp>
        <p:nvSpPr>
          <p:cNvPr id="5" name="Slide Number Placeholder 4">
            <a:extLst>
              <a:ext uri="{FF2B5EF4-FFF2-40B4-BE49-F238E27FC236}">
                <a16:creationId xmlns="" xmlns:a16="http://schemas.microsoft.com/office/drawing/2014/main" id="{AB744071-0CE2-7746-9315-22EC28A0F462}"/>
              </a:ext>
            </a:extLst>
          </p:cNvPr>
          <p:cNvSpPr>
            <a:spLocks noGrp="1"/>
          </p:cNvSpPr>
          <p:nvPr>
            <p:ph type="sldNum" sz="quarter" idx="23"/>
          </p:nvPr>
        </p:nvSpPr>
        <p:spPr>
          <a:xfrm>
            <a:off x="971550" y="6332220"/>
            <a:ext cx="523240" cy="247651"/>
          </a:xfrm>
        </p:spPr>
        <p:txBody>
          <a:bodyPr/>
          <a:lstStyle/>
          <a:p>
            <a:fld id="{294A09A9-5501-47C1-A89A-A340965A2BE2}" type="slidenum">
              <a:rPr lang="en-US" smtClean="0"/>
              <a:pPr/>
              <a:t>3</a:t>
            </a:fld>
            <a:endParaRPr lang="en-US" dirty="0"/>
          </a:p>
        </p:txBody>
      </p:sp>
      <p:sp>
        <p:nvSpPr>
          <p:cNvPr id="6" name="Text Placeholder 44">
            <a:extLst>
              <a:ext uri="{FF2B5EF4-FFF2-40B4-BE49-F238E27FC236}">
                <a16:creationId xmlns="" xmlns:a16="http://schemas.microsoft.com/office/drawing/2014/main" id="{3638E76A-FC74-4D31-8D6C-F6F96AADA6BB}"/>
              </a:ext>
            </a:extLst>
          </p:cNvPr>
          <p:cNvSpPr txBox="1">
            <a:spLocks/>
          </p:cNvSpPr>
          <p:nvPr/>
        </p:nvSpPr>
        <p:spPr>
          <a:xfrm>
            <a:off x="6096000" y="2286000"/>
            <a:ext cx="5143500" cy="3159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Describe your Dependencies / Show stopper here</a:t>
            </a:r>
          </a:p>
        </p:txBody>
      </p:sp>
      <p:sp>
        <p:nvSpPr>
          <p:cNvPr id="7" name="Text Placeholder 43">
            <a:extLst>
              <a:ext uri="{FF2B5EF4-FFF2-40B4-BE49-F238E27FC236}">
                <a16:creationId xmlns="" xmlns:a16="http://schemas.microsoft.com/office/drawing/2014/main" id="{034544BD-2AAF-4141-978F-BEEA232E3F95}"/>
              </a:ext>
            </a:extLst>
          </p:cNvPr>
          <p:cNvSpPr txBox="1">
            <a:spLocks/>
          </p:cNvSpPr>
          <p:nvPr/>
        </p:nvSpPr>
        <p:spPr>
          <a:xfrm>
            <a:off x="6248399" y="2656903"/>
            <a:ext cx="4838701" cy="3922968"/>
          </a:xfrm>
          <a:prstGeom prst="rect">
            <a:avLst/>
          </a:prstGeom>
          <a:ln>
            <a:solidFill>
              <a:schemeClr val="bg1"/>
            </a:solidFill>
          </a:ln>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itchFamily="2" charset="2"/>
              <a:buChar char="Ø"/>
            </a:pPr>
            <a:r>
              <a:rPr lang="en-US" dirty="0"/>
              <a:t> HTML5 supporting browsers</a:t>
            </a:r>
          </a:p>
        </p:txBody>
      </p:sp>
    </p:spTree>
    <p:extLst>
      <p:ext uri="{BB962C8B-B14F-4D97-AF65-F5344CB8AC3E}">
        <p14:creationId xmlns="" xmlns:p14="http://schemas.microsoft.com/office/powerpoint/2010/main" val="3291466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286EB5-72D6-425D-9C42-C5AF56F6FCB2}"/>
              </a:ext>
            </a:extLst>
          </p:cNvPr>
          <p:cNvSpPr>
            <a:spLocks noGrp="1"/>
          </p:cNvSpPr>
          <p:nvPr>
            <p:ph type="title"/>
          </p:nvPr>
        </p:nvSpPr>
        <p:spPr>
          <a:xfrm>
            <a:off x="964023" y="879063"/>
            <a:ext cx="6617507" cy="610863"/>
          </a:xfrm>
        </p:spPr>
        <p:txBody>
          <a:bodyPr>
            <a:normAutofit/>
          </a:bodyPr>
          <a:lstStyle/>
          <a:p>
            <a:r>
              <a:rPr lang="en-US" dirty="0"/>
              <a:t>Team Member Details </a:t>
            </a:r>
          </a:p>
        </p:txBody>
      </p:sp>
      <p:sp>
        <p:nvSpPr>
          <p:cNvPr id="3" name="Text Placeholder 2">
            <a:extLst>
              <a:ext uri="{FF2B5EF4-FFF2-40B4-BE49-F238E27FC236}">
                <a16:creationId xmlns="" xmlns:a16="http://schemas.microsoft.com/office/drawing/2014/main" id="{4EDC6A07-D48E-4562-9C15-A12A20E2EC2D}"/>
              </a:ext>
            </a:extLst>
          </p:cNvPr>
          <p:cNvSpPr>
            <a:spLocks noGrp="1"/>
          </p:cNvSpPr>
          <p:nvPr>
            <p:ph type="body" sz="quarter" idx="10"/>
          </p:nvPr>
        </p:nvSpPr>
        <p:spPr>
          <a:xfrm>
            <a:off x="964023" y="2103664"/>
            <a:ext cx="11145119" cy="4720441"/>
          </a:xfrm>
        </p:spPr>
        <p:txBody>
          <a:bodyPr/>
          <a:lstStyle/>
          <a:p>
            <a:r>
              <a:rPr lang="en-US" sz="1200" b="1" dirty="0">
                <a:solidFill>
                  <a:schemeClr val="tx2">
                    <a:lumMod val="75000"/>
                  </a:schemeClr>
                </a:solidFill>
              </a:rPr>
              <a:t>Team Leader Name: Utpal Kumar</a:t>
            </a:r>
          </a:p>
          <a:p>
            <a:r>
              <a:rPr lang="en-US" sz="1200" dirty="0"/>
              <a:t>Class (6</a:t>
            </a:r>
            <a:r>
              <a:rPr lang="en-US" sz="1200" baseline="30000" dirty="0"/>
              <a:t>th</a:t>
            </a:r>
            <a:r>
              <a:rPr lang="en-US" sz="1200" dirty="0"/>
              <a:t> to 12</a:t>
            </a:r>
            <a:r>
              <a:rPr lang="en-US" sz="1200" baseline="30000" dirty="0"/>
              <a:t>th</a:t>
            </a:r>
            <a:r>
              <a:rPr lang="en-US" sz="1200" dirty="0"/>
              <a:t> ): 12	Stream* (Arts/Science/Commerce etc):	Science	Age (in number): 	18	Gender (M/F):  M</a:t>
            </a:r>
          </a:p>
          <a:p>
            <a:r>
              <a:rPr lang="en-US" sz="1200" b="1" dirty="0">
                <a:solidFill>
                  <a:schemeClr val="tx2">
                    <a:lumMod val="75000"/>
                  </a:schemeClr>
                </a:solidFill>
              </a:rPr>
              <a:t>Team Member 1 Name: </a:t>
            </a:r>
            <a:r>
              <a:rPr lang="en-US" sz="1200" b="1" dirty="0" err="1">
                <a:solidFill>
                  <a:schemeClr val="tx2">
                    <a:lumMod val="75000"/>
                  </a:schemeClr>
                </a:solidFill>
              </a:rPr>
              <a:t>Yasheswani</a:t>
            </a:r>
            <a:r>
              <a:rPr lang="en-US" sz="1200" b="1" dirty="0">
                <a:solidFill>
                  <a:schemeClr val="tx2">
                    <a:lumMod val="75000"/>
                  </a:schemeClr>
                </a:solidFill>
              </a:rPr>
              <a:t> </a:t>
            </a:r>
          </a:p>
          <a:p>
            <a:r>
              <a:rPr lang="en-US" sz="1200" dirty="0"/>
              <a:t>Class (6</a:t>
            </a:r>
            <a:r>
              <a:rPr lang="en-US" sz="1200" baseline="30000" dirty="0"/>
              <a:t>th</a:t>
            </a:r>
            <a:r>
              <a:rPr lang="en-US" sz="1200" dirty="0"/>
              <a:t> to 12</a:t>
            </a:r>
            <a:r>
              <a:rPr lang="en-US" sz="1200" baseline="30000" dirty="0"/>
              <a:t>th</a:t>
            </a:r>
            <a:r>
              <a:rPr lang="en-US" sz="1200" dirty="0"/>
              <a:t> ): 12	Stream* (Arts/Science/Commerce etc):	Science	Age (in number): 	18	Gender (M/F):  F</a:t>
            </a:r>
          </a:p>
          <a:p>
            <a:r>
              <a:rPr lang="en-US" sz="1200" b="1" dirty="0">
                <a:solidFill>
                  <a:schemeClr val="tx2">
                    <a:lumMod val="75000"/>
                  </a:schemeClr>
                </a:solidFill>
              </a:rPr>
              <a:t>Team Member 2 Name: Piyush Gaurav</a:t>
            </a:r>
          </a:p>
          <a:p>
            <a:r>
              <a:rPr lang="en-US" sz="1200" dirty="0"/>
              <a:t>Class (6</a:t>
            </a:r>
            <a:r>
              <a:rPr lang="en-US" sz="1200" baseline="30000" dirty="0"/>
              <a:t>th</a:t>
            </a:r>
            <a:r>
              <a:rPr lang="en-US" sz="1200" dirty="0"/>
              <a:t> to 12</a:t>
            </a:r>
            <a:r>
              <a:rPr lang="en-US" sz="1200" baseline="30000" dirty="0"/>
              <a:t>th</a:t>
            </a:r>
            <a:r>
              <a:rPr lang="en-US" sz="1200" dirty="0"/>
              <a:t> ): 12	Stream* (Arts/Science/Commerce etc):	Science	Age (in number): 	18	Gender (M/F):  M</a:t>
            </a:r>
          </a:p>
          <a:p>
            <a:endParaRPr lang="en-US" sz="1200" b="1" dirty="0">
              <a:solidFill>
                <a:schemeClr val="accent4">
                  <a:lumMod val="75000"/>
                </a:schemeClr>
              </a:solidFill>
            </a:endParaRPr>
          </a:p>
          <a:p>
            <a:r>
              <a:rPr lang="en-US" sz="1200" b="1" dirty="0">
                <a:solidFill>
                  <a:schemeClr val="accent4">
                    <a:lumMod val="75000"/>
                  </a:schemeClr>
                </a:solidFill>
              </a:rPr>
              <a:t>Team Mentor 1 Name: Mr. Tahseen Akhtar</a:t>
            </a:r>
          </a:p>
          <a:p>
            <a:r>
              <a:rPr lang="en-US" sz="1200" dirty="0"/>
              <a:t>Category (Academic/Industry/Parents): 	Academic		Expertise (AI/ML/Blockchain etc): 	Core JAVA	Domain Experience (in years):    17</a:t>
            </a:r>
          </a:p>
          <a:p>
            <a:r>
              <a:rPr lang="en-US" sz="1200" b="1" dirty="0">
                <a:solidFill>
                  <a:schemeClr val="accent4">
                    <a:lumMod val="75000"/>
                  </a:schemeClr>
                </a:solidFill>
              </a:rPr>
              <a:t>Team Mentor 2 Name: Mr. Sanjay Kumar  Gupta</a:t>
            </a:r>
          </a:p>
          <a:p>
            <a:r>
              <a:rPr lang="en-US" sz="1200" dirty="0"/>
              <a:t>Category (Academic/Industry/Parents):	Parents	 	Expertise (AI/ML/Blockchain etc): 	</a:t>
            </a:r>
            <a:r>
              <a:rPr lang="en-US" sz="1200" dirty="0" smtClean="0"/>
              <a:t>Web </a:t>
            </a:r>
            <a:r>
              <a:rPr lang="en-US" sz="1200" dirty="0" err="1" smtClean="0"/>
              <a:t>Devep</a:t>
            </a:r>
            <a:r>
              <a:rPr lang="en-US" sz="1200" dirty="0"/>
              <a:t>	Domain Experience (in years):    </a:t>
            </a:r>
            <a:r>
              <a:rPr lang="en-US" sz="1200" dirty="0" smtClean="0"/>
              <a:t>25</a:t>
            </a:r>
            <a:endParaRPr lang="en-US" sz="1200" dirty="0"/>
          </a:p>
          <a:p>
            <a:endParaRPr lang="en-US" sz="1200" dirty="0"/>
          </a:p>
          <a:p>
            <a:r>
              <a:rPr lang="en-US" sz="1200" dirty="0"/>
              <a:t>*Stream is only for class 11</a:t>
            </a:r>
            <a:r>
              <a:rPr lang="en-US" sz="1200" baseline="30000" dirty="0"/>
              <a:t>th</a:t>
            </a:r>
            <a:r>
              <a:rPr lang="en-US" sz="1200" dirty="0"/>
              <a:t> and 12</a:t>
            </a:r>
            <a:r>
              <a:rPr lang="en-US" sz="1200" baseline="30000" dirty="0"/>
              <a:t>th</a:t>
            </a:r>
            <a:r>
              <a:rPr lang="en-US" sz="1200" dirty="0"/>
              <a:t> Students. For students below 11</a:t>
            </a:r>
            <a:r>
              <a:rPr lang="en-US" sz="1200" baseline="30000" dirty="0"/>
              <a:t>th</a:t>
            </a:r>
            <a:r>
              <a:rPr lang="en-US" sz="1200" dirty="0"/>
              <a:t> Class, they can write NA. </a:t>
            </a:r>
          </a:p>
        </p:txBody>
      </p:sp>
    </p:spTree>
    <p:extLst>
      <p:ext uri="{BB962C8B-B14F-4D97-AF65-F5344CB8AC3E}">
        <p14:creationId xmlns="" xmlns:p14="http://schemas.microsoft.com/office/powerpoint/2010/main" val="1921691557"/>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SwissPresentation C_Win32_MW_JS_SL_v2.potx" id="{230A82CA-9023-4220-9E5B-0E652CF31B20}" vid="{96196EC2-C392-482E-BF29-9BD12A6266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tf78853419_win32 (1)</Template>
  <TotalTime>391</TotalTime>
  <Words>325</Words>
  <Application>Microsoft Office PowerPoint</Application>
  <PresentationFormat>Custom</PresentationFormat>
  <Paragraphs>49</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Theme1</vt:lpstr>
      <vt:lpstr>Basic Details of the Team and Problem Statement</vt:lpstr>
      <vt:lpstr>Idea/Approach Details</vt:lpstr>
      <vt:lpstr>Idea/Approach Details</vt:lpstr>
      <vt:lpstr>Team Member Details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Sarim Moin</dc:creator>
  <cp:lastModifiedBy>Piyush</cp:lastModifiedBy>
  <cp:revision>26</cp:revision>
  <dcterms:created xsi:type="dcterms:W3CDTF">2022-02-11T07:14:46Z</dcterms:created>
  <dcterms:modified xsi:type="dcterms:W3CDTF">2022-03-30T03:33:07Z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