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E0E9"/>
    <a:srgbClr val="4C6290"/>
    <a:srgbClr val="77DFE8"/>
    <a:srgbClr val="82FEFF"/>
    <a:srgbClr val="5D8AAC"/>
    <a:srgbClr val="75DAE5"/>
    <a:srgbClr val="7EF2F6"/>
    <a:srgbClr val="74D9E5"/>
    <a:srgbClr val="73D6E3"/>
    <a:srgbClr val="7DF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0" d="100"/>
          <a:sy n="80" d="100"/>
        </p:scale>
        <p:origin x="58" y="173"/>
      </p:cViewPr>
      <p:guideLst>
        <p:guide orient="horz" pos="1979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96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31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49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66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68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12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19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35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35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29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456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7071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148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82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484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126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97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B5F64-2DE9-4251-99DF-7E9440A83965}" type="datetimeFigureOut">
              <a:rPr lang="en-IN" smtClean="0"/>
              <a:t>05-04-2022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AF0F6-1A87-465B-A199-3C6B3148D4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4568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7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1AE9A4-8D38-4084-A92E-BFF96D94B559}"/>
              </a:ext>
            </a:extLst>
          </p:cNvPr>
          <p:cNvSpPr/>
          <p:nvPr/>
        </p:nvSpPr>
        <p:spPr>
          <a:xfrm>
            <a:off x="438150" y="2764304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5DA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Dashboard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B0BCAC-C105-4A1C-8F7A-0866B19FA0A7}"/>
              </a:ext>
            </a:extLst>
          </p:cNvPr>
          <p:cNvSpPr/>
          <p:nvPr/>
        </p:nvSpPr>
        <p:spPr>
          <a:xfrm>
            <a:off x="1800785" y="1595157"/>
            <a:ext cx="1846729" cy="753036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User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FFECF4-CA02-40A4-ADB8-3A50593DBB21}"/>
              </a:ext>
            </a:extLst>
          </p:cNvPr>
          <p:cNvSpPr/>
          <p:nvPr/>
        </p:nvSpPr>
        <p:spPr>
          <a:xfrm>
            <a:off x="5610785" y="1371039"/>
            <a:ext cx="1846729" cy="753036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Login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3EB18C-7A12-4C55-9EA2-425ECE95B271}"/>
              </a:ext>
            </a:extLst>
          </p:cNvPr>
          <p:cNvSpPr/>
          <p:nvPr/>
        </p:nvSpPr>
        <p:spPr>
          <a:xfrm>
            <a:off x="2060760" y="2769532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Status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E5201F-12BD-41E6-875D-76E932072356}"/>
              </a:ext>
            </a:extLst>
          </p:cNvPr>
          <p:cNvSpPr/>
          <p:nvPr/>
        </p:nvSpPr>
        <p:spPr>
          <a:xfrm>
            <a:off x="3647512" y="2769532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Apply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5106156-9116-4D89-9872-7F2F8B23266D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rot="5400000" flipH="1">
            <a:off x="4364691" y="-45384"/>
            <a:ext cx="528918" cy="3810000"/>
          </a:xfrm>
          <a:prstGeom prst="bentConnector5">
            <a:avLst>
              <a:gd name="adj1" fmla="val -43220"/>
              <a:gd name="adj2" fmla="val 50000"/>
              <a:gd name="adj3" fmla="val 143220"/>
            </a:avLst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189DF8E-D6AC-4651-9E42-B77DDA644AA8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rot="5400000">
            <a:off x="1704790" y="1744943"/>
            <a:ext cx="416111" cy="1622611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7824739-91CF-4067-A98D-22D4D86C81D9}"/>
              </a:ext>
            </a:extLst>
          </p:cNvPr>
          <p:cNvCxnSpPr/>
          <p:nvPr/>
        </p:nvCxnSpPr>
        <p:spPr>
          <a:xfrm rot="5400000" flipH="1" flipV="1">
            <a:off x="3078256" y="2756086"/>
            <a:ext cx="8964" cy="12700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05F964B-0EDB-43BD-901C-12EFF6F72302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2513481" y="2558862"/>
            <a:ext cx="421339" cy="1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0CE349E-C861-40A1-96A7-6D68186B21D4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3306856" y="1765486"/>
            <a:ext cx="421339" cy="1586751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2B488B-30B7-43B4-8A99-3292F87F823B}"/>
              </a:ext>
            </a:extLst>
          </p:cNvPr>
          <p:cNvSpPr/>
          <p:nvPr/>
        </p:nvSpPr>
        <p:spPr>
          <a:xfrm>
            <a:off x="5610783" y="2766918"/>
            <a:ext cx="1846729" cy="753036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Staff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73F0858-0201-4E26-A71C-A395B31D063B}"/>
              </a:ext>
            </a:extLst>
          </p:cNvPr>
          <p:cNvSpPr/>
          <p:nvPr/>
        </p:nvSpPr>
        <p:spPr>
          <a:xfrm>
            <a:off x="4284008" y="4020109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Dashboard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718A20A-085D-4E80-B17E-787EA576900D}"/>
              </a:ext>
            </a:extLst>
          </p:cNvPr>
          <p:cNvSpPr/>
          <p:nvPr/>
        </p:nvSpPr>
        <p:spPr>
          <a:xfrm>
            <a:off x="5870760" y="4039902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C4CF50-5A77-4860-BBD3-2156D750FE33}"/>
              </a:ext>
            </a:extLst>
          </p:cNvPr>
          <p:cNvSpPr/>
          <p:nvPr/>
        </p:nvSpPr>
        <p:spPr>
          <a:xfrm>
            <a:off x="7457512" y="4020109"/>
            <a:ext cx="1550883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33CA34D-67BB-4B7C-AF47-82B71347F2EC}"/>
              </a:ext>
            </a:extLst>
          </p:cNvPr>
          <p:cNvSpPr/>
          <p:nvPr/>
        </p:nvSpPr>
        <p:spPr>
          <a:xfrm>
            <a:off x="8120900" y="4710391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Approved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20BE89E-EB98-41F1-B512-046197C2D2AC}"/>
              </a:ext>
            </a:extLst>
          </p:cNvPr>
          <p:cNvSpPr/>
          <p:nvPr/>
        </p:nvSpPr>
        <p:spPr>
          <a:xfrm>
            <a:off x="8120899" y="5400673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Hold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8C603BA-129C-41D3-948D-9ABF95EE6606}"/>
              </a:ext>
            </a:extLst>
          </p:cNvPr>
          <p:cNvSpPr/>
          <p:nvPr/>
        </p:nvSpPr>
        <p:spPr>
          <a:xfrm>
            <a:off x="8120899" y="6090955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Rejected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B772392-85A3-4CCE-9E49-90B936E1A8A6}"/>
              </a:ext>
            </a:extLst>
          </p:cNvPr>
          <p:cNvCxnSpPr>
            <a:cxnSpLocks/>
            <a:stCxn id="8" idx="2"/>
            <a:endCxn id="30" idx="0"/>
          </p:cNvCxnSpPr>
          <p:nvPr/>
        </p:nvCxnSpPr>
        <p:spPr>
          <a:xfrm rot="5400000">
            <a:off x="6212728" y="2445495"/>
            <a:ext cx="642843" cy="2"/>
          </a:xfrm>
          <a:prstGeom prst="bentConnector3">
            <a:avLst>
              <a:gd name="adj1" fmla="val 50000"/>
            </a:avLst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0140050-2E72-4C9B-BFA9-F74B2C126E55}"/>
              </a:ext>
            </a:extLst>
          </p:cNvPr>
          <p:cNvCxnSpPr>
            <a:stCxn id="30" idx="2"/>
            <a:endCxn id="32" idx="0"/>
          </p:cNvCxnSpPr>
          <p:nvPr/>
        </p:nvCxnSpPr>
        <p:spPr>
          <a:xfrm rot="5400000">
            <a:off x="5490696" y="2976656"/>
            <a:ext cx="500155" cy="1586751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DB9EC90-43E1-44F4-BC9E-A8D4FD0E9536}"/>
              </a:ext>
            </a:extLst>
          </p:cNvPr>
          <p:cNvCxnSpPr>
            <a:stCxn id="30" idx="2"/>
            <a:endCxn id="33" idx="0"/>
          </p:cNvCxnSpPr>
          <p:nvPr/>
        </p:nvCxnSpPr>
        <p:spPr>
          <a:xfrm rot="16200000" flipH="1">
            <a:off x="6274174" y="3779927"/>
            <a:ext cx="519948" cy="1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353694F0-2589-4EDC-9DE7-0F9866B475FB}"/>
              </a:ext>
            </a:extLst>
          </p:cNvPr>
          <p:cNvCxnSpPr>
            <a:cxnSpLocks/>
            <a:stCxn id="30" idx="2"/>
            <a:endCxn id="34" idx="0"/>
          </p:cNvCxnSpPr>
          <p:nvPr/>
        </p:nvCxnSpPr>
        <p:spPr>
          <a:xfrm rot="16200000" flipH="1">
            <a:off x="7133474" y="2920628"/>
            <a:ext cx="500155" cy="1698806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629A38F4-C6EC-4C54-AA7F-9DE82C94AD68}"/>
              </a:ext>
            </a:extLst>
          </p:cNvPr>
          <p:cNvCxnSpPr>
            <a:cxnSpLocks/>
            <a:stCxn id="34" idx="2"/>
            <a:endCxn id="35" idx="1"/>
          </p:cNvCxnSpPr>
          <p:nvPr/>
        </p:nvCxnSpPr>
        <p:spPr>
          <a:xfrm rot="5400000">
            <a:off x="7955051" y="4679018"/>
            <a:ext cx="443752" cy="112054"/>
          </a:xfrm>
          <a:prstGeom prst="bentConnector4">
            <a:avLst>
              <a:gd name="adj1" fmla="val 22222"/>
              <a:gd name="adj2" fmla="val 304009"/>
            </a:avLst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B42DDD5-B9BF-4BFC-820A-2774FE84B86D}"/>
              </a:ext>
            </a:extLst>
          </p:cNvPr>
          <p:cNvCxnSpPr>
            <a:cxnSpLocks/>
            <a:stCxn id="34" idx="2"/>
            <a:endCxn id="36" idx="1"/>
          </p:cNvCxnSpPr>
          <p:nvPr/>
        </p:nvCxnSpPr>
        <p:spPr>
          <a:xfrm rot="5400000">
            <a:off x="7609910" y="5024159"/>
            <a:ext cx="1134034" cy="112055"/>
          </a:xfrm>
          <a:prstGeom prst="bentConnector4">
            <a:avLst>
              <a:gd name="adj1" fmla="val 8893"/>
              <a:gd name="adj2" fmla="val 304007"/>
            </a:avLst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C29BBFC-5282-464E-8748-F436ABB097D5}"/>
              </a:ext>
            </a:extLst>
          </p:cNvPr>
          <p:cNvCxnSpPr>
            <a:cxnSpLocks/>
            <a:stCxn id="34" idx="2"/>
            <a:endCxn id="37" idx="1"/>
          </p:cNvCxnSpPr>
          <p:nvPr/>
        </p:nvCxnSpPr>
        <p:spPr>
          <a:xfrm rot="5400000">
            <a:off x="7264769" y="5369300"/>
            <a:ext cx="1824316" cy="112055"/>
          </a:xfrm>
          <a:prstGeom prst="bentConnector4">
            <a:avLst>
              <a:gd name="adj1" fmla="val 5129"/>
              <a:gd name="adj2" fmla="val 304007"/>
            </a:avLst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BAA44C0-50B0-404A-860A-46CCBA1CA072}"/>
              </a:ext>
            </a:extLst>
          </p:cNvPr>
          <p:cNvSpPr/>
          <p:nvPr/>
        </p:nvSpPr>
        <p:spPr>
          <a:xfrm>
            <a:off x="9420782" y="1595155"/>
            <a:ext cx="1846729" cy="753036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Department Head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B506CE1-1F94-4288-B32F-EAF4E6CA80F2}"/>
              </a:ext>
            </a:extLst>
          </p:cNvPr>
          <p:cNvSpPr/>
          <p:nvPr/>
        </p:nvSpPr>
        <p:spPr>
          <a:xfrm>
            <a:off x="8094005" y="2764304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Dashboard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846BE6F-6314-4D93-B1A7-B8153470B43F}"/>
              </a:ext>
            </a:extLst>
          </p:cNvPr>
          <p:cNvSpPr/>
          <p:nvPr/>
        </p:nvSpPr>
        <p:spPr>
          <a:xfrm>
            <a:off x="9680761" y="2769532"/>
            <a:ext cx="1326777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Analysis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90401261-4184-434E-82AE-A5966959AC02}"/>
              </a:ext>
            </a:extLst>
          </p:cNvPr>
          <p:cNvCxnSpPr>
            <a:cxnSpLocks/>
            <a:stCxn id="8" idx="2"/>
            <a:endCxn id="59" idx="0"/>
          </p:cNvCxnSpPr>
          <p:nvPr/>
        </p:nvCxnSpPr>
        <p:spPr>
          <a:xfrm rot="5400000" flipH="1" flipV="1">
            <a:off x="8174688" y="-45384"/>
            <a:ext cx="528920" cy="3809997"/>
          </a:xfrm>
          <a:prstGeom prst="bentConnector5">
            <a:avLst>
              <a:gd name="adj1" fmla="val -43220"/>
              <a:gd name="adj2" fmla="val 50000"/>
              <a:gd name="adj3" fmla="val 143220"/>
            </a:avLst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79AF7164-F31E-4418-B0E3-1DB37202974F}"/>
              </a:ext>
            </a:extLst>
          </p:cNvPr>
          <p:cNvCxnSpPr>
            <a:stCxn id="59" idx="2"/>
            <a:endCxn id="61" idx="0"/>
          </p:cNvCxnSpPr>
          <p:nvPr/>
        </p:nvCxnSpPr>
        <p:spPr>
          <a:xfrm rot="5400000">
            <a:off x="9342715" y="1762871"/>
            <a:ext cx="416113" cy="1586753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D7D22224-5B01-43B1-A4C3-E9DB0CFF3EC0}"/>
              </a:ext>
            </a:extLst>
          </p:cNvPr>
          <p:cNvCxnSpPr>
            <a:stCxn id="59" idx="2"/>
            <a:endCxn id="63" idx="0"/>
          </p:cNvCxnSpPr>
          <p:nvPr/>
        </p:nvCxnSpPr>
        <p:spPr>
          <a:xfrm rot="16200000" flipH="1">
            <a:off x="10133478" y="2558859"/>
            <a:ext cx="421341" cy="3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181CBC5D-B803-44A1-8400-B1E9FF32DDA3}"/>
              </a:ext>
            </a:extLst>
          </p:cNvPr>
          <p:cNvCxnSpPr/>
          <p:nvPr/>
        </p:nvCxnSpPr>
        <p:spPr>
          <a:xfrm rot="5400000" flipH="1" flipV="1">
            <a:off x="10856446" y="2750297"/>
            <a:ext cx="15314" cy="12700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FDEAC5B8-E50A-4EE9-ADBC-87271CAA8C44}"/>
              </a:ext>
            </a:extLst>
          </p:cNvPr>
          <p:cNvSpPr/>
          <p:nvPr/>
        </p:nvSpPr>
        <p:spPr>
          <a:xfrm>
            <a:off x="10344143" y="4242385"/>
            <a:ext cx="1398471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Office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36C46D3-2BD1-4FA6-9DFA-73066FF30428}"/>
              </a:ext>
            </a:extLst>
          </p:cNvPr>
          <p:cNvSpPr/>
          <p:nvPr/>
        </p:nvSpPr>
        <p:spPr>
          <a:xfrm>
            <a:off x="10344144" y="3517285"/>
            <a:ext cx="1470218" cy="493060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Department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CF17C69D-AA55-474A-BE88-5695E7EC476C}"/>
              </a:ext>
            </a:extLst>
          </p:cNvPr>
          <p:cNvCxnSpPr>
            <a:cxnSpLocks/>
            <a:stCxn id="63" idx="2"/>
            <a:endCxn id="74" idx="1"/>
          </p:cNvCxnSpPr>
          <p:nvPr/>
        </p:nvCxnSpPr>
        <p:spPr>
          <a:xfrm rot="5400000">
            <a:off x="10093536" y="3513200"/>
            <a:ext cx="501223" cy="6"/>
          </a:xfrm>
          <a:prstGeom prst="bentConnector4">
            <a:avLst>
              <a:gd name="adj1" fmla="val 25407"/>
              <a:gd name="adj2" fmla="val 3810100000"/>
            </a:avLst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2C3FEE7-2204-40D1-8C14-B4067A61BD83}"/>
              </a:ext>
            </a:extLst>
          </p:cNvPr>
          <p:cNvCxnSpPr>
            <a:cxnSpLocks/>
            <a:stCxn id="63" idx="2"/>
            <a:endCxn id="73" idx="1"/>
          </p:cNvCxnSpPr>
          <p:nvPr/>
        </p:nvCxnSpPr>
        <p:spPr>
          <a:xfrm rot="5400000">
            <a:off x="9730986" y="3875750"/>
            <a:ext cx="1226323" cy="7"/>
          </a:xfrm>
          <a:prstGeom prst="bentConnector4">
            <a:avLst>
              <a:gd name="adj1" fmla="val 9976"/>
              <a:gd name="adj2" fmla="val 3265814286"/>
            </a:avLst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A68EE0D3-FDB5-4B4C-A974-2417B250C8AD}"/>
              </a:ext>
            </a:extLst>
          </p:cNvPr>
          <p:cNvSpPr/>
          <p:nvPr/>
        </p:nvSpPr>
        <p:spPr>
          <a:xfrm>
            <a:off x="5610783" y="296581"/>
            <a:ext cx="1846729" cy="753036"/>
          </a:xfrm>
          <a:prstGeom prst="roundRect">
            <a:avLst/>
          </a:prstGeom>
          <a:solidFill>
            <a:srgbClr val="4C6290"/>
          </a:solidFill>
          <a:ln>
            <a:solidFill>
              <a:srgbClr val="74D9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Register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37938846-B300-4C66-ABDE-F0C703D347FD}"/>
              </a:ext>
            </a:extLst>
          </p:cNvPr>
          <p:cNvCxnSpPr>
            <a:stCxn id="84" idx="2"/>
            <a:endCxn id="8" idx="0"/>
          </p:cNvCxnSpPr>
          <p:nvPr/>
        </p:nvCxnSpPr>
        <p:spPr>
          <a:xfrm rot="16200000" flipH="1">
            <a:off x="6373438" y="1210327"/>
            <a:ext cx="321422" cy="2"/>
          </a:xfrm>
          <a:prstGeom prst="bentConnector3">
            <a:avLst/>
          </a:prstGeom>
          <a:ln>
            <a:solidFill>
              <a:srgbClr val="74D9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C12A874-2676-48FC-A93E-221C594B55E1}"/>
              </a:ext>
            </a:extLst>
          </p:cNvPr>
          <p:cNvSpPr/>
          <p:nvPr/>
        </p:nvSpPr>
        <p:spPr>
          <a:xfrm>
            <a:off x="1670800" y="4546038"/>
            <a:ext cx="1846725" cy="1758577"/>
          </a:xfrm>
          <a:prstGeom prst="ellipse">
            <a:avLst/>
          </a:prstGeom>
          <a:solidFill>
            <a:srgbClr val="4C6290"/>
          </a:solidFill>
          <a:ln w="127000" cap="flat" cmpd="tri">
            <a:solidFill>
              <a:srgbClr val="74D9E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DFE8"/>
                </a:solidFill>
                <a:latin typeface="Arial" panose="020B0604020202020204" pitchFamily="34" charset="0"/>
                <a:ea typeface="Cascadia Code SemiBold" panose="020B0609020000020004" pitchFamily="49" charset="0"/>
                <a:cs typeface="Arial" panose="020B0604020202020204" pitchFamily="34" charset="0"/>
              </a:rPr>
              <a:t>Frontend Tabs</a:t>
            </a:r>
          </a:p>
        </p:txBody>
      </p:sp>
    </p:spTree>
    <p:extLst>
      <p:ext uri="{BB962C8B-B14F-4D97-AF65-F5344CB8AC3E}">
        <p14:creationId xmlns:p14="http://schemas.microsoft.com/office/powerpoint/2010/main" val="171431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7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085605-5A4D-4FBE-BA55-27D2A4DBC6A2}"/>
              </a:ext>
            </a:extLst>
          </p:cNvPr>
          <p:cNvSpPr/>
          <p:nvPr/>
        </p:nvSpPr>
        <p:spPr>
          <a:xfrm>
            <a:off x="5428129" y="0"/>
            <a:ext cx="1335741" cy="573741"/>
          </a:xfrm>
          <a:prstGeom prst="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CFC9B8-95AB-470D-ADAB-8FB50C8F0EB0}"/>
              </a:ext>
            </a:extLst>
          </p:cNvPr>
          <p:cNvSpPr/>
          <p:nvPr/>
        </p:nvSpPr>
        <p:spPr>
          <a:xfrm>
            <a:off x="0" y="2855259"/>
            <a:ext cx="1335741" cy="573741"/>
          </a:xfrm>
          <a:prstGeom prst="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40CBDE-DA40-4000-8518-0D45687831BC}"/>
              </a:ext>
            </a:extLst>
          </p:cNvPr>
          <p:cNvSpPr/>
          <p:nvPr/>
        </p:nvSpPr>
        <p:spPr>
          <a:xfrm>
            <a:off x="10856259" y="2855258"/>
            <a:ext cx="1335741" cy="573741"/>
          </a:xfrm>
          <a:prstGeom prst="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ED0AC6-9F7D-46B4-BF1E-13262E1AD87F}"/>
              </a:ext>
            </a:extLst>
          </p:cNvPr>
          <p:cNvSpPr/>
          <p:nvPr/>
        </p:nvSpPr>
        <p:spPr>
          <a:xfrm>
            <a:off x="5385546" y="6248399"/>
            <a:ext cx="1420906" cy="573741"/>
          </a:xfrm>
          <a:prstGeom prst="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31A3453F-1442-48ED-AFAF-D84348470B55}"/>
              </a:ext>
            </a:extLst>
          </p:cNvPr>
          <p:cNvSpPr/>
          <p:nvPr/>
        </p:nvSpPr>
        <p:spPr>
          <a:xfrm>
            <a:off x="4621306" y="802342"/>
            <a:ext cx="806823" cy="977153"/>
          </a:xfrm>
          <a:prstGeom prst="can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Info</a:t>
            </a:r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5934FA8F-C73B-44B2-8067-8770CB3CE63E}"/>
              </a:ext>
            </a:extLst>
          </p:cNvPr>
          <p:cNvSpPr/>
          <p:nvPr/>
        </p:nvSpPr>
        <p:spPr>
          <a:xfrm>
            <a:off x="6813169" y="802341"/>
            <a:ext cx="806823" cy="977153"/>
          </a:xfrm>
          <a:prstGeom prst="can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Login Info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7F52CCE5-CC0B-42E4-B467-BBD34C12DCE2}"/>
              </a:ext>
            </a:extLst>
          </p:cNvPr>
          <p:cNvSpPr/>
          <p:nvPr/>
        </p:nvSpPr>
        <p:spPr>
          <a:xfrm>
            <a:off x="2012564" y="2653549"/>
            <a:ext cx="806823" cy="977153"/>
          </a:xfrm>
          <a:prstGeom prst="can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Info</a:t>
            </a:r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EEEEA918-98AA-474B-BAC4-64C9F48D83B4}"/>
              </a:ext>
            </a:extLst>
          </p:cNvPr>
          <p:cNvSpPr/>
          <p:nvPr/>
        </p:nvSpPr>
        <p:spPr>
          <a:xfrm>
            <a:off x="9135036" y="2653550"/>
            <a:ext cx="806823" cy="977153"/>
          </a:xfrm>
          <a:prstGeom prst="can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Staff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Info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AA752FC5-E6E7-402B-98FD-5132A4E3ECD3}"/>
              </a:ext>
            </a:extLst>
          </p:cNvPr>
          <p:cNvSpPr/>
          <p:nvPr/>
        </p:nvSpPr>
        <p:spPr>
          <a:xfrm>
            <a:off x="9186348" y="4693777"/>
            <a:ext cx="942446" cy="977153"/>
          </a:xfrm>
          <a:prstGeom prst="can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Office Analysis Data</a:t>
            </a:r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9E7816A6-4E0C-4CB7-AC42-CD88EB42CAC5}"/>
              </a:ext>
            </a:extLst>
          </p:cNvPr>
          <p:cNvSpPr/>
          <p:nvPr/>
        </p:nvSpPr>
        <p:spPr>
          <a:xfrm>
            <a:off x="8289286" y="5620865"/>
            <a:ext cx="806823" cy="977153"/>
          </a:xfrm>
          <a:prstGeom prst="can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 Travel Data</a:t>
            </a: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801460C9-8546-4CD0-AB5B-C319D52F6AAC}"/>
              </a:ext>
            </a:extLst>
          </p:cNvPr>
          <p:cNvSpPr/>
          <p:nvPr/>
        </p:nvSpPr>
        <p:spPr>
          <a:xfrm>
            <a:off x="3017738" y="5620866"/>
            <a:ext cx="806823" cy="977153"/>
          </a:xfrm>
          <a:prstGeom prst="can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7FF48DA5-3833-4BE0-A192-16DDA112233A}"/>
              </a:ext>
            </a:extLst>
          </p:cNvPr>
          <p:cNvSpPr/>
          <p:nvPr/>
        </p:nvSpPr>
        <p:spPr>
          <a:xfrm>
            <a:off x="2012563" y="4688524"/>
            <a:ext cx="806823" cy="977153"/>
          </a:xfrm>
          <a:prstGeom prst="can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Info</a:t>
            </a:r>
          </a:p>
        </p:txBody>
      </p:sp>
      <p:sp>
        <p:nvSpPr>
          <p:cNvPr id="20" name="Rectangle: Top Corners One Rounded and One Snipped 19">
            <a:extLst>
              <a:ext uri="{FF2B5EF4-FFF2-40B4-BE49-F238E27FC236}">
                <a16:creationId xmlns:a16="http://schemas.microsoft.com/office/drawing/2014/main" id="{E0261FFA-4F23-44A7-A62D-9769058B9F03}"/>
              </a:ext>
            </a:extLst>
          </p:cNvPr>
          <p:cNvSpPr/>
          <p:nvPr/>
        </p:nvSpPr>
        <p:spPr>
          <a:xfrm>
            <a:off x="2415975" y="259980"/>
            <a:ext cx="1680903" cy="1519513"/>
          </a:xfrm>
          <a:prstGeom prst="snip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User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 Name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 Name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</a:p>
        </p:txBody>
      </p:sp>
      <p:sp>
        <p:nvSpPr>
          <p:cNvPr id="22" name="Rectangle: Top Corners One Rounded and One Snipped 21">
            <a:extLst>
              <a:ext uri="{FF2B5EF4-FFF2-40B4-BE49-F238E27FC236}">
                <a16:creationId xmlns:a16="http://schemas.microsoft.com/office/drawing/2014/main" id="{D574CC49-811A-4602-AA43-BFCC99A8943E}"/>
              </a:ext>
            </a:extLst>
          </p:cNvPr>
          <p:cNvSpPr/>
          <p:nvPr/>
        </p:nvSpPr>
        <p:spPr>
          <a:xfrm>
            <a:off x="8063740" y="1008531"/>
            <a:ext cx="1712284" cy="573741"/>
          </a:xfrm>
          <a:prstGeom prst="snip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User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</a:p>
        </p:txBody>
      </p:sp>
      <p:sp>
        <p:nvSpPr>
          <p:cNvPr id="23" name="Rectangle: Top Corners One Rounded and One Snipped 22">
            <a:extLst>
              <a:ext uri="{FF2B5EF4-FFF2-40B4-BE49-F238E27FC236}">
                <a16:creationId xmlns:a16="http://schemas.microsoft.com/office/drawing/2014/main" id="{4E528E32-53A5-4B32-812F-CCB88C4CA921}"/>
              </a:ext>
            </a:extLst>
          </p:cNvPr>
          <p:cNvSpPr/>
          <p:nvPr/>
        </p:nvSpPr>
        <p:spPr>
          <a:xfrm>
            <a:off x="4179788" y="3966874"/>
            <a:ext cx="1335740" cy="1716741"/>
          </a:xfrm>
          <a:prstGeom prst="snip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User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Arrival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Departure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</a:p>
        </p:txBody>
      </p:sp>
      <p:sp>
        <p:nvSpPr>
          <p:cNvPr id="25" name="Rectangle: Top Corners One Rounded and One Snipped 24">
            <a:extLst>
              <a:ext uri="{FF2B5EF4-FFF2-40B4-BE49-F238E27FC236}">
                <a16:creationId xmlns:a16="http://schemas.microsoft.com/office/drawing/2014/main" id="{B3EBD33F-F980-474F-A6A5-E23ABE43BB77}"/>
              </a:ext>
            </a:extLst>
          </p:cNvPr>
          <p:cNvSpPr/>
          <p:nvPr/>
        </p:nvSpPr>
        <p:spPr>
          <a:xfrm>
            <a:off x="6633890" y="3931021"/>
            <a:ext cx="1420906" cy="1783973"/>
          </a:xfrm>
          <a:prstGeom prst="snip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Staff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Arrival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Departure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Remark</a:t>
            </a:r>
          </a:p>
        </p:txBody>
      </p:sp>
      <p:sp>
        <p:nvSpPr>
          <p:cNvPr id="26" name="Rectangle: Top Corners One Rounded and One Snipped 25">
            <a:extLst>
              <a:ext uri="{FF2B5EF4-FFF2-40B4-BE49-F238E27FC236}">
                <a16:creationId xmlns:a16="http://schemas.microsoft.com/office/drawing/2014/main" id="{796D0A12-76BC-4F96-AD45-15A41FDA1F31}"/>
              </a:ext>
            </a:extLst>
          </p:cNvPr>
          <p:cNvSpPr/>
          <p:nvPr/>
        </p:nvSpPr>
        <p:spPr>
          <a:xfrm>
            <a:off x="7344343" y="1963271"/>
            <a:ext cx="1420906" cy="1783973"/>
          </a:xfrm>
          <a:prstGeom prst="snip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Arrival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Departure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Remark</a:t>
            </a:r>
          </a:p>
        </p:txBody>
      </p:sp>
      <p:sp>
        <p:nvSpPr>
          <p:cNvPr id="27" name="Rectangle: Top Corners One Rounded and One Snipped 26">
            <a:extLst>
              <a:ext uri="{FF2B5EF4-FFF2-40B4-BE49-F238E27FC236}">
                <a16:creationId xmlns:a16="http://schemas.microsoft.com/office/drawing/2014/main" id="{B2D56B54-C0F3-4D2B-9360-A7E4AAFDB0F2}"/>
              </a:ext>
            </a:extLst>
          </p:cNvPr>
          <p:cNvSpPr/>
          <p:nvPr/>
        </p:nvSpPr>
        <p:spPr>
          <a:xfrm>
            <a:off x="3426752" y="2013696"/>
            <a:ext cx="1521766" cy="1783973"/>
          </a:xfrm>
          <a:prstGeom prst="snip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Submission</a:t>
            </a:r>
          </a:p>
          <a:p>
            <a:pPr algn="ctr"/>
            <a:r>
              <a:rPr lang="en-IN" sz="160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Complition</a:t>
            </a:r>
            <a:endParaRPr lang="en-IN" sz="1600" dirty="0">
              <a:solidFill>
                <a:srgbClr val="77E0E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</a:p>
        </p:txBody>
      </p:sp>
      <p:sp>
        <p:nvSpPr>
          <p:cNvPr id="28" name="Rectangle: Top Corners One Rounded and One Snipped 27">
            <a:extLst>
              <a:ext uri="{FF2B5EF4-FFF2-40B4-BE49-F238E27FC236}">
                <a16:creationId xmlns:a16="http://schemas.microsoft.com/office/drawing/2014/main" id="{0343FB74-04FF-48FF-91D0-CC15B05111B0}"/>
              </a:ext>
            </a:extLst>
          </p:cNvPr>
          <p:cNvSpPr/>
          <p:nvPr/>
        </p:nvSpPr>
        <p:spPr>
          <a:xfrm>
            <a:off x="163569" y="5714994"/>
            <a:ext cx="1721226" cy="596152"/>
          </a:xfrm>
          <a:prstGeom prst="snip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File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Required Data</a:t>
            </a:r>
          </a:p>
        </p:txBody>
      </p:sp>
      <p:sp>
        <p:nvSpPr>
          <p:cNvPr id="29" name="Rectangle: Top Corners One Rounded and One Snipped 28">
            <a:extLst>
              <a:ext uri="{FF2B5EF4-FFF2-40B4-BE49-F238E27FC236}">
                <a16:creationId xmlns:a16="http://schemas.microsoft.com/office/drawing/2014/main" id="{90D04559-621A-4F23-AD71-2715C4CBEEE2}"/>
              </a:ext>
            </a:extLst>
          </p:cNvPr>
          <p:cNvSpPr/>
          <p:nvPr/>
        </p:nvSpPr>
        <p:spPr>
          <a:xfrm>
            <a:off x="10307205" y="5661195"/>
            <a:ext cx="1721226" cy="596152"/>
          </a:xfrm>
          <a:prstGeom prst="snipRoundRect">
            <a:avLst/>
          </a:prstGeom>
          <a:solidFill>
            <a:srgbClr val="4C6290"/>
          </a:solidFill>
          <a:ln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Staff ID</a:t>
            </a:r>
          </a:p>
          <a:p>
            <a:pPr algn="ctr"/>
            <a:r>
              <a:rPr lang="en-IN" sz="1600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Average Time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C7BDBED-68C4-443C-93C4-E2318DF34D50}"/>
              </a:ext>
            </a:extLst>
          </p:cNvPr>
          <p:cNvCxnSpPr>
            <a:stCxn id="8" idx="2"/>
            <a:endCxn id="12" idx="4"/>
          </p:cNvCxnSpPr>
          <p:nvPr/>
        </p:nvCxnSpPr>
        <p:spPr>
          <a:xfrm flipH="1">
            <a:off x="5428129" y="573741"/>
            <a:ext cx="667871" cy="717178"/>
          </a:xfrm>
          <a:prstGeom prst="line">
            <a:avLst/>
          </a:prstGeom>
          <a:ln>
            <a:solidFill>
              <a:srgbClr val="77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56B0EC2-DFC6-4A7F-AA2D-C67F912A4CE0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 flipH="1" flipV="1">
            <a:off x="4096878" y="1019737"/>
            <a:ext cx="524428" cy="271182"/>
          </a:xfrm>
          <a:prstGeom prst="line">
            <a:avLst/>
          </a:prstGeom>
          <a:ln>
            <a:solidFill>
              <a:srgbClr val="77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316D73-E553-4FE4-9AA1-3A90A5B2272D}"/>
              </a:ext>
            </a:extLst>
          </p:cNvPr>
          <p:cNvCxnSpPr>
            <a:stCxn id="8" idx="2"/>
            <a:endCxn id="13" idx="2"/>
          </p:cNvCxnSpPr>
          <p:nvPr/>
        </p:nvCxnSpPr>
        <p:spPr>
          <a:xfrm>
            <a:off x="6096000" y="573741"/>
            <a:ext cx="717169" cy="717177"/>
          </a:xfrm>
          <a:prstGeom prst="line">
            <a:avLst/>
          </a:prstGeom>
          <a:ln>
            <a:solidFill>
              <a:srgbClr val="77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04D38FE-6A18-473E-AC86-588270437EAD}"/>
              </a:ext>
            </a:extLst>
          </p:cNvPr>
          <p:cNvCxnSpPr>
            <a:stCxn id="13" idx="4"/>
            <a:endCxn id="22" idx="2"/>
          </p:cNvCxnSpPr>
          <p:nvPr/>
        </p:nvCxnSpPr>
        <p:spPr>
          <a:xfrm>
            <a:off x="7619992" y="1290918"/>
            <a:ext cx="443748" cy="4484"/>
          </a:xfrm>
          <a:prstGeom prst="line">
            <a:avLst/>
          </a:prstGeom>
          <a:ln>
            <a:solidFill>
              <a:srgbClr val="77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8E5EB5-E7BD-44D7-B55D-20CFEB4982AD}"/>
              </a:ext>
            </a:extLst>
          </p:cNvPr>
          <p:cNvCxnSpPr>
            <a:stCxn id="9" idx="3"/>
            <a:endCxn id="14" idx="2"/>
          </p:cNvCxnSpPr>
          <p:nvPr/>
        </p:nvCxnSpPr>
        <p:spPr>
          <a:xfrm flipV="1">
            <a:off x="1335741" y="3142126"/>
            <a:ext cx="676823" cy="4"/>
          </a:xfrm>
          <a:prstGeom prst="line">
            <a:avLst/>
          </a:prstGeom>
          <a:ln>
            <a:solidFill>
              <a:srgbClr val="77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C0A4A97-D47B-4BE8-88B7-C7233F29ECD4}"/>
              </a:ext>
            </a:extLst>
          </p:cNvPr>
          <p:cNvCxnSpPr>
            <a:cxnSpLocks/>
            <a:stCxn id="14" idx="4"/>
            <a:endCxn id="27" idx="2"/>
          </p:cNvCxnSpPr>
          <p:nvPr/>
        </p:nvCxnSpPr>
        <p:spPr>
          <a:xfrm flipV="1">
            <a:off x="2819387" y="2905683"/>
            <a:ext cx="607365" cy="236443"/>
          </a:xfrm>
          <a:prstGeom prst="line">
            <a:avLst/>
          </a:prstGeom>
          <a:ln>
            <a:solidFill>
              <a:srgbClr val="77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5EE7492-37DC-49F5-8DBC-39329ED7974A}"/>
              </a:ext>
            </a:extLst>
          </p:cNvPr>
          <p:cNvCxnSpPr>
            <a:stCxn id="10" idx="1"/>
            <a:endCxn id="15" idx="4"/>
          </p:cNvCxnSpPr>
          <p:nvPr/>
        </p:nvCxnSpPr>
        <p:spPr>
          <a:xfrm flipH="1" flipV="1">
            <a:off x="9941859" y="3142127"/>
            <a:ext cx="914400" cy="2"/>
          </a:xfrm>
          <a:prstGeom prst="line">
            <a:avLst/>
          </a:prstGeom>
          <a:ln>
            <a:solidFill>
              <a:srgbClr val="77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902E125-4B7B-4CC1-9F46-6B59948B79A7}"/>
              </a:ext>
            </a:extLst>
          </p:cNvPr>
          <p:cNvCxnSpPr>
            <a:stCxn id="15" idx="2"/>
            <a:endCxn id="26" idx="0"/>
          </p:cNvCxnSpPr>
          <p:nvPr/>
        </p:nvCxnSpPr>
        <p:spPr>
          <a:xfrm flipH="1" flipV="1">
            <a:off x="8765249" y="2855258"/>
            <a:ext cx="369787" cy="286869"/>
          </a:xfrm>
          <a:prstGeom prst="line">
            <a:avLst/>
          </a:prstGeom>
          <a:ln>
            <a:solidFill>
              <a:srgbClr val="77E0E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4AC99255-CBB2-4037-885D-6208188DBA3E}"/>
              </a:ext>
            </a:extLst>
          </p:cNvPr>
          <p:cNvCxnSpPr>
            <a:stCxn id="19" idx="2"/>
            <a:endCxn id="28" idx="3"/>
          </p:cNvCxnSpPr>
          <p:nvPr/>
        </p:nvCxnSpPr>
        <p:spPr>
          <a:xfrm rot="10800000" flipV="1">
            <a:off x="1024183" y="5177100"/>
            <a:ext cx="988381" cy="537893"/>
          </a:xfrm>
          <a:prstGeom prst="bentConnector2">
            <a:avLst/>
          </a:prstGeom>
          <a:ln>
            <a:solidFill>
              <a:srgbClr val="77E0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1492122-A589-47FE-9059-FF6759844BFA}"/>
              </a:ext>
            </a:extLst>
          </p:cNvPr>
          <p:cNvCxnSpPr>
            <a:stCxn id="18" idx="4"/>
            <a:endCxn id="23" idx="2"/>
          </p:cNvCxnSpPr>
          <p:nvPr/>
        </p:nvCxnSpPr>
        <p:spPr>
          <a:xfrm flipV="1">
            <a:off x="3824561" y="4825245"/>
            <a:ext cx="355227" cy="1284198"/>
          </a:xfrm>
          <a:prstGeom prst="bentConnector3">
            <a:avLst/>
          </a:prstGeom>
          <a:ln>
            <a:solidFill>
              <a:srgbClr val="77E0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BDD4D649-F678-4F07-8571-90B945625395}"/>
              </a:ext>
            </a:extLst>
          </p:cNvPr>
          <p:cNvCxnSpPr>
            <a:stCxn id="17" idx="2"/>
            <a:endCxn id="25" idx="0"/>
          </p:cNvCxnSpPr>
          <p:nvPr/>
        </p:nvCxnSpPr>
        <p:spPr>
          <a:xfrm rot="10800000">
            <a:off x="8054796" y="4823008"/>
            <a:ext cx="234490" cy="1286434"/>
          </a:xfrm>
          <a:prstGeom prst="bentConnector3">
            <a:avLst/>
          </a:prstGeom>
          <a:ln>
            <a:solidFill>
              <a:srgbClr val="77E0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E16D9663-9202-40F8-A589-65765683ED6F}"/>
              </a:ext>
            </a:extLst>
          </p:cNvPr>
          <p:cNvCxnSpPr>
            <a:cxnSpLocks/>
            <a:stCxn id="16" idx="4"/>
            <a:endCxn id="29" idx="3"/>
          </p:cNvCxnSpPr>
          <p:nvPr/>
        </p:nvCxnSpPr>
        <p:spPr>
          <a:xfrm>
            <a:off x="10128794" y="5182354"/>
            <a:ext cx="1039024" cy="478841"/>
          </a:xfrm>
          <a:prstGeom prst="bentConnector2">
            <a:avLst/>
          </a:prstGeom>
          <a:ln>
            <a:solidFill>
              <a:srgbClr val="77E0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002B277D-E52F-4473-A0E5-EA01E782B351}"/>
              </a:ext>
            </a:extLst>
          </p:cNvPr>
          <p:cNvCxnSpPr>
            <a:stCxn id="11" idx="1"/>
            <a:endCxn id="18" idx="3"/>
          </p:cNvCxnSpPr>
          <p:nvPr/>
        </p:nvCxnSpPr>
        <p:spPr>
          <a:xfrm rot="10800000" flipV="1">
            <a:off x="3421150" y="6535269"/>
            <a:ext cx="1964396" cy="62749"/>
          </a:xfrm>
          <a:prstGeom prst="bentConnector4">
            <a:avLst>
              <a:gd name="adj1" fmla="val 39732"/>
              <a:gd name="adj2" fmla="val 282935"/>
            </a:avLst>
          </a:prstGeom>
          <a:ln>
            <a:solidFill>
              <a:srgbClr val="77E0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BE30FF95-2E04-44D3-BC1E-AAC24C65411B}"/>
              </a:ext>
            </a:extLst>
          </p:cNvPr>
          <p:cNvCxnSpPr>
            <a:stCxn id="11" idx="3"/>
            <a:endCxn id="17" idx="3"/>
          </p:cNvCxnSpPr>
          <p:nvPr/>
        </p:nvCxnSpPr>
        <p:spPr>
          <a:xfrm>
            <a:off x="6806452" y="6535270"/>
            <a:ext cx="1886246" cy="62748"/>
          </a:xfrm>
          <a:prstGeom prst="bentConnector4">
            <a:avLst>
              <a:gd name="adj1" fmla="val 39306"/>
              <a:gd name="adj2" fmla="val 290078"/>
            </a:avLst>
          </a:prstGeom>
          <a:ln>
            <a:solidFill>
              <a:srgbClr val="77E0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8F742C5D-EB83-4C86-963E-473D4B4D57F9}"/>
              </a:ext>
            </a:extLst>
          </p:cNvPr>
          <p:cNvCxnSpPr>
            <a:cxnSpLocks/>
            <a:endCxn id="19" idx="3"/>
          </p:cNvCxnSpPr>
          <p:nvPr/>
        </p:nvCxnSpPr>
        <p:spPr>
          <a:xfrm rot="10800000">
            <a:off x="2415976" y="5665677"/>
            <a:ext cx="2195229" cy="1057822"/>
          </a:xfrm>
          <a:prstGeom prst="bentConnector2">
            <a:avLst/>
          </a:prstGeom>
          <a:ln>
            <a:solidFill>
              <a:srgbClr val="77E0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17ED4EC9-011F-4219-87A4-98125895A821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7580793" y="5670930"/>
            <a:ext cx="2076778" cy="1052570"/>
          </a:xfrm>
          <a:prstGeom prst="bentConnector2">
            <a:avLst/>
          </a:prstGeom>
          <a:ln>
            <a:solidFill>
              <a:srgbClr val="77E0E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9492EA2-FBED-47B6-AFCA-1CD01887CDB0}"/>
              </a:ext>
            </a:extLst>
          </p:cNvPr>
          <p:cNvSpPr/>
          <p:nvPr/>
        </p:nvSpPr>
        <p:spPr>
          <a:xfrm>
            <a:off x="5199524" y="2245664"/>
            <a:ext cx="1811714" cy="1783972"/>
          </a:xfrm>
          <a:prstGeom prst="ellipse">
            <a:avLst/>
          </a:prstGeom>
          <a:solidFill>
            <a:srgbClr val="4C6290"/>
          </a:solidFill>
          <a:ln w="127000" cap="rnd" cmpd="tri">
            <a:solidFill>
              <a:srgbClr val="77E0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  <a:p>
            <a:pPr algn="ctr"/>
            <a:r>
              <a:rPr lang="en-IN" sz="1600" b="1" dirty="0">
                <a:solidFill>
                  <a:srgbClr val="77E0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SQL Tables</a:t>
            </a:r>
          </a:p>
        </p:txBody>
      </p:sp>
    </p:spTree>
    <p:extLst>
      <p:ext uri="{BB962C8B-B14F-4D97-AF65-F5344CB8AC3E}">
        <p14:creationId xmlns:p14="http://schemas.microsoft.com/office/powerpoint/2010/main" val="13917941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149</TotalTime>
  <Words>96</Words>
  <Application>Microsoft Office PowerPoint</Application>
  <PresentationFormat>Widescreen</PresentationFormat>
  <Paragraphs>74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Utpal</dc:creator>
  <cp:lastModifiedBy>Utpal</cp:lastModifiedBy>
  <cp:revision>9</cp:revision>
  <dcterms:created xsi:type="dcterms:W3CDTF">2022-03-31T20:17:18Z</dcterms:created>
  <dcterms:modified xsi:type="dcterms:W3CDTF">2022-04-05T10:38:36Z</dcterms:modified>
</cp:coreProperties>
</file>